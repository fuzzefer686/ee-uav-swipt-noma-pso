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4a1670fcc84ae2" /><Relationship Type="http://schemas.openxmlformats.org/officeDocument/2006/relationships/extended-properties" Target="/docProps/app.xml" Id="R6632605dd1b1420b" /><Relationship Type="http://schemas.openxmlformats.org/officeDocument/2006/relationships/officeDocument" Target="/ppt/presentation.xml" Id="R29dcb80d73aa4a1f" /></Relationships>
</file>

<file path=ppt/presentation.xml><?xml version="1.0" encoding="utf-8"?>
<p:presentation xmlns:p="http://schemas.openxmlformats.org/presentationml/2006/main">
  <p:sldMasterIdLst>
    <p:sldMasterId xmlns:r="http://schemas.openxmlformats.org/officeDocument/2006/relationships" id="2147483648" r:id="Ra9a6dee310c14eb2"/>
  </p:sldMasterIdLst>
  <p:notesMasterIdLst>
    <p:notesMasterId xmlns:r="http://schemas.openxmlformats.org/officeDocument/2006/relationships" r:id="Ra0f220f847c2475b"/>
  </p:notesMasterIdLst>
  <p:sldIdLst>
    <p:sldId xmlns:r="http://schemas.openxmlformats.org/officeDocument/2006/relationships" id="256" r:id="R99a72d25abe142e2"/>
    <p:sldId xmlns:r="http://schemas.openxmlformats.org/officeDocument/2006/relationships" id="257" r:id="R73470939d44d48b7"/>
    <p:sldId xmlns:r="http://schemas.openxmlformats.org/officeDocument/2006/relationships" id="258" r:id="R25229af05dc4419c"/>
    <p:sldId xmlns:r="http://schemas.openxmlformats.org/officeDocument/2006/relationships" id="259" r:id="R7c0525e4cefb403b"/>
    <p:sldId xmlns:r="http://schemas.openxmlformats.org/officeDocument/2006/relationships" id="260" r:id="Ra559dcc9b46c48fb"/>
    <p:sldId xmlns:r="http://schemas.openxmlformats.org/officeDocument/2006/relationships" id="261" r:id="R70ddd62cb7014cec"/>
    <p:sldId xmlns:r="http://schemas.openxmlformats.org/officeDocument/2006/relationships" id="262" r:id="Rb8ef5b2fa4ef4fb6"/>
    <p:sldId xmlns:r="http://schemas.openxmlformats.org/officeDocument/2006/relationships" id="263" r:id="R3f4e55d45fbd4b43"/>
  </p:sldIdLst>
  <p:sldSz cx="9144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83ca54213b9412d" /><Relationship Type="http://schemas.openxmlformats.org/officeDocument/2006/relationships/slideMaster" Target="/ppt/slideMasters/slideMaster1.xml" Id="Ra9a6dee310c14eb2" /><Relationship Type="http://schemas.openxmlformats.org/officeDocument/2006/relationships/notesMaster" Target="/ppt/notesMasters/notesMaster1.xml" Id="Ra0f220f847c2475b" /><Relationship Type="http://schemas.openxmlformats.org/officeDocument/2006/relationships/presProps" Target="/ppt/presProps.xml" Id="R3327bb3cf2284d6f" /><Relationship Type="http://schemas.openxmlformats.org/officeDocument/2006/relationships/viewProps" Target="/ppt/viewProps.xml" Id="R0669af32f99645a1" /><Relationship Type="http://schemas.openxmlformats.org/officeDocument/2006/relationships/tableStyles" Target="/ppt/tableStyles.xml" Id="R4faa31a4829d45a2" /><Relationship Type="http://schemas.openxmlformats.org/officeDocument/2006/relationships/slide" Target="/ppt/slides/slide1.xml" Id="R99a72d25abe142e2" /><Relationship Type="http://schemas.openxmlformats.org/officeDocument/2006/relationships/slide" Target="/ppt/slides/slide2.xml" Id="R73470939d44d48b7" /><Relationship Type="http://schemas.openxmlformats.org/officeDocument/2006/relationships/slide" Target="/ppt/slides/slide3.xml" Id="R25229af05dc4419c" /><Relationship Type="http://schemas.openxmlformats.org/officeDocument/2006/relationships/slide" Target="/ppt/slides/slide4.xml" Id="R7c0525e4cefb403b" /><Relationship Type="http://schemas.openxmlformats.org/officeDocument/2006/relationships/slide" Target="/ppt/slides/slide5.xml" Id="Ra559dcc9b46c48fb" /><Relationship Type="http://schemas.openxmlformats.org/officeDocument/2006/relationships/slide" Target="/ppt/slides/slide6.xml" Id="R70ddd62cb7014cec" /><Relationship Type="http://schemas.openxmlformats.org/officeDocument/2006/relationships/slide" Target="/ppt/slides/slide7.xml" Id="Rb8ef5b2fa4ef4fb6" /><Relationship Type="http://schemas.openxmlformats.org/officeDocument/2006/relationships/slide" Target="/ppt/slides/slide8.xml" Id="R3f4e55d45fbd4b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4cda07fba246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261986605c4067" /><Relationship Type="http://schemas.openxmlformats.org/officeDocument/2006/relationships/notesMaster" Target="/ppt/notesMasters/notesMaster1.xml" Id="R46dd85cc6d3548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6d334abf4b4851" /><Relationship Type="http://schemas.openxmlformats.org/officeDocument/2006/relationships/notesMaster" Target="/ppt/notesMasters/notesMaster1.xml" Id="Rdbba152466b54b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b4b88e63494f17" /><Relationship Type="http://schemas.openxmlformats.org/officeDocument/2006/relationships/notesMaster" Target="/ppt/notesMasters/notesMaster1.xml" Id="R9e7f0d22107348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d603c1e3674573" /><Relationship Type="http://schemas.openxmlformats.org/officeDocument/2006/relationships/notesMaster" Target="/ppt/notesMasters/notesMaster1.xml" Id="Rd17d2094b22f4b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fb43937d474b82" /><Relationship Type="http://schemas.openxmlformats.org/officeDocument/2006/relationships/notesMaster" Target="/ppt/notesMasters/notesMaster1.xml" Id="R1bded6968c8a44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12a1f49cdd453b" /><Relationship Type="http://schemas.openxmlformats.org/officeDocument/2006/relationships/notesMaster" Target="/ppt/notesMasters/notesMaster1.xml" Id="Rafc535248f5643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06b1c641c146ca" /><Relationship Type="http://schemas.openxmlformats.org/officeDocument/2006/relationships/notesMaster" Target="/ppt/notesMasters/notesMaster1.xml" Id="Rf226de80388b41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0263c881bf4318" /><Relationship Type="http://schemas.openxmlformats.org/officeDocument/2006/relationships/notesMaster" Target="/ppt/notesMasters/notesMaster1.xml" Id="R3e13b069f3bc49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giải thích cấu trúc nghiệm alpha đều của V9 EE RF trước ràng buộc dữ liệu, sau đó tổng hợp sáu lần chạy có L. Template gốc: docs/HUST_PPT_template_2022_RED_4x3.pptx. Các mô phỏng do người dùng đã chạy. Không tái chạy MATLAB.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scripts/maincodeV9_EE.m, src/evaluators/addRFSlotMetrics.m, docs/EE_RESEARCH_CONTEXT.md mục 10–16. n=1..20, k=1..5. τDL=0.5 s. Mẫu số chỉ gồm năng lượng RF phát xuống của UAV, chưa gồm năng lượng bay, mạch hoặc năng lượng BS. Kênh lấy tại đầu slot và giả định UL đủ dữ liệu. Endpoint 21 là điểm đến, không tạo thêm slot. Chỉ thời gian DL triệt tiêu trong tỷ số, P vẫn nằm trong SINR nên không triệt tiêu khỏi EE. Các số seed3486784401 ở phần bảng là các lần chạy riêng so với ảnh L=0.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src/models/findAchievableRate_SWIPT_Joint.m và phần repair trong src/evaluators/evaluateTrajectory_JointSWIPT_clean.m, src/evaluators/evaluateTrajectory_JointBS_SWIPT_clean.m. Mỗi slot xếp g=|h|² tăng dần. Repair jointAlphaRepair="noma" sắp alpha giảm dần theo thứ tự kênh, tổng alpha bằng 1, alpha dương. Chỉ số i là hạng kênh, không phải ID user vật lý. h_bn là kênh BS b đến UAV. E_H=φη P_BS Σ|h_bn|² τUL; Pn=E_H/τDL. Hàm rate giữ tỷ số thời gian UL/DL bằng 1. Model hardcode B=1e6, noise density=-174 dBm/Hz. Công suất BS 46 dBm là mỗi BS, phải đổi sang W khi tính công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và chứng minh: docs/EE_RF_DIAGNOSIS_SEED2026.md mục 2–3, docs/EE_RESEARCH_CONTEXT.md mục 12 và 16. Biểu thức đúng với mọi P&gt;0, noise&gt;0, không dùng xấp xỉ low-SNR. α giảm dần và tổng 1 nên tail S_i không vượt (N-i+1)/N. Chia đều đạt mọi cận của tail đồng thời, vì vậy tối ưu sum-rate ở từng slot và EE của toàn mission khi hình học cố định. Nếu kênh bằng nhau có thể có nhiều nghiệm đồng tối ưu, không khẳng định duy nhất. Đây là hệ quả của mục tiêu sum-rate/EE cùng ordering hiện hành, không phải kết luận cho mọi bài toán NOMA hoặc mục tiêu min-rate V8. Phạm vi slide là L=0. polishAlphaAllSteps_JointBS.m thử equal alpha đầu tiên và chỉ nhận candidate tăng fitness toàn mission. Main chỉ polish Full PSO và Full IPSO, không polish Joint PSO.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người dùng cung cấp: image(20261021-181045).png, Library ID libfile_54125c17df7c81918a62f45aba0a885d, file_00000000cea0820784f407c44a4654af. Người dùng xác nhận trong câu hỏi làm rõ: ảnh thuộc trường hợp chưa thêm L, tức L=0. Không gán seed3486784401 cho ảnh vì chưa có xác nhận. Đường gạch là 1/N=0.2. Mỗi đường là trung bình alpha qua các slot cho ID user vật lý. Hai bản Full có điểm sau polishing ở khoảng 0.2; Joint còn lệch ở vòng cuối. Ảnh trung bình không đủ để xác nhận mọi slot có alpha=0.2. Chẩn đoán riêng seed608060 trong docs/EE_RESEARCH_CONTEXT.md mục 12 xác nhận max|alpha-0.2|=0 cho Full PSO/IPSO, Joint=0.2975822, nhưng không khẳng định ảnh này thuộc seed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src/evaluators/addRFSlotMetrics.m. D_k tính theo ID user vật lý, cộng 20 slot với τDL=0.5 s. L scalar áp dụng cho mọi user, 0 tắt yêu cầu; code cũng hỗ trợ vector L_k. Với particle vi phạm ràng buộc hình học hoặc EE undefined, fitness=-Inf. Công thức penalty hiển thị chỉ áp dụng khi hình học và năng lượng hợp lệ nhưng dataQoSFeasible=false. Feasible EE&gt;=0 luôn thắng normalized shortfall âm. Với L&gt;0, chứng minh uniform tối ưu của bài toán không QoS chỉ còn áp dụng nếu uniform tại hình học xét vẫn đáp ứng QoS. L không tự động bảo đảm alpha khác đều và một uniform không đạt tại một hình học không chứng minh mọi uniform trên toàn miền đều không đạt. Dấu ≥ là yêu cầu tối thiểu, không phải giới hạn trên tổng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số liệu: results/ee_rf/logs/manifest.json và sáu file seed3486784401_L1Mbit.log, L1p5Mbit.log, L2Mbit.log, L3Mbit.log, L4Mbit.log, L4p2Mbit.log. Các log là bản console người dùng cung cấp, nhãn L từ manifest/các trao đổi gốc, log không trực tiếp in L. EE lấy từ phần RF EE sau FINAL RESULT, dùng eeRF dù particle infeasible. Với Joint tại L&gt;=3, fitness thực tế âm theo shortfall, không lấy EE này làm nghiệm khả thi. Full PSO/IPSO là kết quả sau alpha polishing. Làm tròn EE tới 3 chữ số sau dấu phẩy theo đơn vị 1e12 bit/J. Số đỏ là lớn nhất trong ba nghiệm cuối đã tìm được và đạt QoS, không phải khẳng định tối ưu toàn cục. Baseline giữ nguyên 7.214029 Mbit, 1.551204 microjoule, EE=4.650600e12 bit/J và không đạt cả sáu mức L, nên không lặp lại thành cột trong bảng. L=1 Mbit in đủ kết quả cuối trước lỗi plotting, nên vẫn dùng số metrics cuối, không suy dựng đồ thị iteration cho lượt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totalBitsPerUser trong phần RF EE của sáu console log và feasible chính thức trong log. Giá trị min lấy từ năm user vật lý, không phải min theo hạng kênh. Do MATLAB in vector 4 chữ số, min D_k làm tròn có thể bằng L nhưng độ chính xác đủ để xác nhận khả thi phải lấy từ flag feasible/dataQoSFeasible trong log; không suy ra vi phạm từ làm tròn. Giới hạn dữ liệu: các log không có alphaTrace hoặc alphaUserHistory, không có workspace .mat, nên không thể xác định từng cấu hình L&gt;0 có alpha=0.2 hoặc không, cũng không suy ra điều này từ fitness, min D hay feasibility. Người dùng mới xác nhận ảnh đi kèm là L=0. Vì vậy phần chú thích nêu rõ bằng chứng và phần chưa xác nhận, không tự gán L=3/4/4.2 là mốc alpha thay đổi.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e5b6667554325" /><Relationship Type="http://schemas.openxmlformats.org/officeDocument/2006/relationships/image" Target="/ppt/media/image2.png" Id="R4adc688310ea49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83721b09914473" /><Relationship Type="http://schemas.openxmlformats.org/officeDocument/2006/relationships/image" Target="/ppt/media/image3.png" Id="R27f176104d5b45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e35ac677f048b4" /><Relationship Type="http://schemas.openxmlformats.org/officeDocument/2006/relationships/image" Target="/ppt/media/image4.png" Id="R2d0ea814bfa24b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2ee2e770a44ecf" /><Relationship Type="http://schemas.openxmlformats.org/officeDocument/2006/relationships/image" Target="/ppt/media/image5.png" Id="R302a4925a7624c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ec60c2c4724911" /><Relationship Type="http://schemas.openxmlformats.org/officeDocument/2006/relationships/image" Target="/ppt/media/image6.png" Id="R0224be2a6ce344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864893f0e54ae4" /><Relationship Type="http://schemas.openxmlformats.org/officeDocument/2006/relationships/image" Target="/ppt/media/image7.png" Id="R08e283354c404b0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9936ab0f72b419f" /><Relationship Type="http://schemas.openxmlformats.org/officeDocument/2006/relationships/image" Target="/ppt/media/image8.png" Id="R7a7f1d3a58e047e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e4cf2721844a70" /><Relationship Type="http://schemas.openxmlformats.org/officeDocument/2006/relationships/image" Target="/ppt/media/image9.png" Id="Re1fa97503634492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6a236daf9bc4a41" /><Relationship Type="http://schemas.openxmlformats.org/officeDocument/2006/relationships/image" Target="/ppt/media/image10.png" Id="Rf40a5517c354477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08ba49560c2493c" /><Relationship Type="http://schemas.openxmlformats.org/officeDocument/2006/relationships/image" Target="/ppt/media/image11.png" Id="R505d078dbc5a44f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0f2c06dc02841fa" /><Relationship Type="http://schemas.openxmlformats.org/officeDocument/2006/relationships/image" Target="/ppt/media/image12.png" Id="Rb128d8e846704e4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10156fc966747ba" /><Relationship Type="http://schemas.openxmlformats.org/officeDocument/2006/relationships/image" Target="/ppt/media/image11.png" Id="R239fa3e587db482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b84e57fdc694f11" /><Relationship Type="http://schemas.openxmlformats.org/officeDocument/2006/relationships/image" Target="/ppt/media/image9.png" Id="R7fd56673422b4a36" /></Relationships>
</file>

<file path=ppt/slideLayouts/slideLayout1.xml><?xml version="1.0" encoding="utf-8"?>
<p:sldLayout xmlns:p="http://schemas.openxmlformats.org/presentationml/2006/main" userDrawn="1">
  <p:cSld name="Custom Layout">
    <p:bg>
      <p:bgPr>
        <a:blipFill xmlns:a="http://schemas.openxmlformats.org/drawingml/2006/main" rotWithShape="1">
          <a:blip xmlns:r="http://schemas.openxmlformats.org/officeDocument/2006/relationships" r:embed="R4adc688310ea49bc">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1_Title Slide">
    <p:bg>
      <p:bgPr>
        <a:blipFill xmlns:a="http://schemas.openxmlformats.org/drawingml/2006/main" rotWithShape="1">
          <a:blip xmlns:r="http://schemas.openxmlformats.org/officeDocument/2006/relationships" r:embed="R27f176104d5b455c">
            <a:lum/>
          </a:blip>
          <a:srcRect l="0" t="0" r="0" b="0"/>
          <a:stretch>
            <a:fillRect l="0" t="0" r="0" b="0"/>
          </a:stretch>
        </a:blipFill>
      </p:bgPr>
    </p:bg>
    <p:spTree>
      <p:nvGrpSpPr>
        <p:cNvPr id="1" name=""/>
        <p:cNvGrpSpPr/>
        <p:nvPr/>
      </p:nvGrpSpPr>
      <p:grpSpPr>
        <a:xfrm xmlns:a="http://schemas.openxmlformats.org/drawingml/2006/main"/>
      </p:grpSpPr>
      <p:sp>
        <p:nvSpPr>
          <p:cNvPr id="3" name="Title 6">
            <a:extLst xmlns:a="http://schemas.openxmlformats.org/drawingml/2006/main">
              <a:ext uri="{FF2B5EF4-FFF2-40B4-BE49-F238E27FC236}">
                <a16:creationId xmlns:a16="http://schemas.microsoft.com/office/drawing/2014/main" id="{C5DD3B49-F775-49FC-ACAD-45B074D1C945}"/>
              </a:ext>
            </a:extLst>
          </p:cNvPr>
          <p:cNvSpPr>
            <a:spLocks xmlns:a="http://schemas.openxmlformats.org/drawingml/2006/main" noGrp="1"/>
          </p:cNvSpPr>
          <p:nvPr>
            <p:ph type="title" idx="0" hasCustomPrompt="1"/>
          </p:nvPr>
        </p:nvSpPr>
        <p:spPr>
          <a:xfrm xmlns:a="http://schemas.openxmlformats.org/drawingml/2006/main">
            <a:off x="2380488" y="2365248"/>
            <a:ext cx="4383024" cy="2127504"/>
          </a:xfrm>
          <a:prstGeom xmlns:a="http://schemas.openxmlformats.org/drawingml/2006/main" prst="rect">
            <a:avLst/>
          </a:prstGeom>
        </p:spPr>
        <p:txBody>
          <a:bodyPr xmlns:a="http://schemas.openxmlformats.org/drawingml/2006/main"/>
          <a:lstStyle xmlns:a="http://schemas.openxmlformats.org/drawingml/2006/main">
            <a:lvl1pPr algn="ctr">
              <a:buNone/>
              <a:defRPr sz="4800" b="1">
                <a:solidFill>
                  <a:schemeClr val="bg1"/>
                </a:solidFill>
                <a:latin typeface="Lato"/>
                <a:ea typeface="Lato"/>
                <a:cs typeface="Lato"/>
              </a:defRPr>
            </a:lvl1pPr>
          </a:lstStyle>
          <a:p xmlns:a="http://schemas.openxmlformats.org/drawingml/2006/main">
            <a:r>
              <a:t>CLICK TO EDIT MASTER TITLE STYLE</a:t>
            </a:r>
          </a:p>
        </p:txBody>
      </p:sp>
    </p:spTree>
  </p:cSld>
</p:sldLayout>
</file>

<file path=ppt/slideLayouts/slideLayout3.xml><?xml version="1.0" encoding="utf-8"?>
<p:sldLayout xmlns:p="http://schemas.openxmlformats.org/presentationml/2006/main" userDrawn="1">
  <p:cSld name="1_Title and Content">
    <p:bg>
      <p:bgPr>
        <a:blipFill xmlns:a="http://schemas.openxmlformats.org/drawingml/2006/main" rotWithShape="1">
          <a:blip xmlns:r="http://schemas.openxmlformats.org/officeDocument/2006/relationships" r:embed="R2d0ea814bfa24b70">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userDrawn="1">
  <p:cSld name="1_Section Header">
    <p:bg>
      <p:bgPr>
        <a:blipFill xmlns:a="http://schemas.openxmlformats.org/drawingml/2006/main" rotWithShape="1">
          <a:blip xmlns:r="http://schemas.openxmlformats.org/officeDocument/2006/relationships" r:embed="R302a4925a7624c3a">
            <a:lum/>
          </a:blip>
          <a:srcRect l="0" t="0" r="0" b="0"/>
          <a:stretch>
            <a:fillRect l="0" t="0" r="0" b="0"/>
          </a:stretch>
        </a:blipFill>
      </p:bgPr>
    </p:bg>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DB30FC03-A82E-4B34-AE4B-8AC40A0CD5B2}"/>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5" name="Footer Placeholder 4">
            <a:extLst xmlns:a="http://schemas.openxmlformats.org/drawingml/2006/main">
              <a:ext uri="{FF2B5EF4-FFF2-40B4-BE49-F238E27FC236}">
                <a16:creationId xmlns:a16="http://schemas.microsoft.com/office/drawing/2014/main" id="{D149FB7E-C73B-452D-861A-6C73FF59EC9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5733BD-32DD-483E-A597-B70529CBDA53}"/>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0" name="Title 6">
            <a:extLst xmlns:a="http://schemas.openxmlformats.org/drawingml/2006/main">
              <a:ext uri="{FF2B5EF4-FFF2-40B4-BE49-F238E27FC236}">
                <a16:creationId xmlns:a16="http://schemas.microsoft.com/office/drawing/2014/main" id="{44DCE4FD-DEE1-4DE9-A40E-616ACEB2FECC}"/>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1: ………………………………………</a:t>
            </a:r>
          </a:p>
        </p:txBody>
      </p:sp>
      <p:sp>
        <p:nvSpPr>
          <p:cNvPr id="11" name="Content Placeholder 8">
            <a:extLst xmlns:a="http://schemas.openxmlformats.org/drawingml/2006/main">
              <a:ext uri="{FF2B5EF4-FFF2-40B4-BE49-F238E27FC236}">
                <a16:creationId xmlns:a16="http://schemas.microsoft.com/office/drawing/2014/main" id="{90DFCEB3-810D-48E5-B7BA-1A6C924A64A4}"/>
              </a:ext>
            </a:extLst>
          </p:cNvPr>
          <p:cNvSpPr>
            <a:spLocks xmlns:a="http://schemas.openxmlformats.org/drawingml/2006/main" noGrp="1"/>
          </p:cNvSpPr>
          <p:nvPr>
            <p:ph idx="13"/>
          </p:nvPr>
        </p:nvSpPr>
        <p:spPr>
          <a:xfrm xmlns:a="http://schemas.openxmlformats.org/drawingml/2006/main">
            <a:off x="235077" y="841247"/>
            <a:ext cx="8674100" cy="5303393"/>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5.xml><?xml version="1.0" encoding="utf-8"?>
<p:sldLayout xmlns:p="http://schemas.openxmlformats.org/presentationml/2006/main" userDrawn="1">
  <p:cSld name="1_Two Content">
    <p:bg>
      <p:bgPr>
        <a:blipFill xmlns:a="http://schemas.openxmlformats.org/drawingml/2006/main" rotWithShape="1">
          <a:blip xmlns:r="http://schemas.openxmlformats.org/officeDocument/2006/relationships" r:embed="R0224be2a6ce34451">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2: ………………………………………</a:t>
            </a:r>
          </a:p>
        </p:txBody>
      </p:sp>
    </p:spTree>
  </p:cSld>
</p:sldLayout>
</file>

<file path=ppt/slideLayouts/slideLayout6.xml><?xml version="1.0" encoding="utf-8"?>
<p:sldLayout xmlns:p="http://schemas.openxmlformats.org/presentationml/2006/main" userDrawn="1">
  <p:cSld name="1_Comparison">
    <p:bg>
      <p:bgPr>
        <a:blipFill xmlns:a="http://schemas.openxmlformats.org/drawingml/2006/main" rotWithShape="1">
          <a:blip xmlns:r="http://schemas.openxmlformats.org/officeDocument/2006/relationships" r:embed="R08e283354c404b0e">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3: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963168"/>
            <a:ext cx="8674100" cy="513283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7.xml><?xml version="1.0" encoding="utf-8"?>
<p:sldLayout xmlns:p="http://schemas.openxmlformats.org/presentationml/2006/main" preserve="1" userDrawn="1">
  <p:cSld name="2_Two Content">
    <p:bg>
      <p:bgPr>
        <a:blipFill xmlns:a="http://schemas.openxmlformats.org/drawingml/2006/main" rotWithShape="1">
          <a:blip xmlns:r="http://schemas.openxmlformats.org/officeDocument/2006/relationships" r:embed="R7a7f1d3a58e047e6">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4: ………………………………………</a:t>
            </a:r>
          </a:p>
        </p:txBody>
      </p:sp>
    </p:spTree>
  </p:cSld>
</p:sldLayout>
</file>

<file path=ppt/slideLayouts/slideLayout8.xml><?xml version="1.0" encoding="utf-8"?>
<p:sldLayout xmlns:p="http://schemas.openxmlformats.org/presentationml/2006/main" userDrawn="1">
  <p:cSld name="1_Title Only">
    <p:bg>
      <p:bgPr>
        <a:blipFill xmlns:a="http://schemas.openxmlformats.org/drawingml/2006/main" rotWithShape="1">
          <a:blip xmlns:r="http://schemas.openxmlformats.org/officeDocument/2006/relationships" r:embed="Re1fa975036344928">
            <a:lum/>
          </a:blip>
          <a:srcRect l="0" t="0" r="0" b="0"/>
          <a:stretch>
            <a:fillRect l="0" t="0" r="0" b="0"/>
          </a:stretch>
        </a:blipFill>
      </p:bgPr>
    </p:bg>
    <p:spTree>
      <p:nvGrpSpPr>
        <p:cNvPr id="1" name=""/>
        <p:cNvGrpSpPr/>
        <p:nvPr/>
      </p:nvGrpSpPr>
      <p:grpSpPr>
        <a:xfrm xmlns:a="http://schemas.openxmlformats.org/drawingml/2006/main"/>
      </p:grpSpPr>
      <p:sp>
        <p:nvSpPr>
          <p:cNvPr id="11" name="Title 6">
            <a:extLst xmlns:a="http://schemas.openxmlformats.org/drawingml/2006/main">
              <a:ext uri="{FF2B5EF4-FFF2-40B4-BE49-F238E27FC236}">
                <a16:creationId xmlns:a16="http://schemas.microsoft.com/office/drawing/2014/main" id="{689FBFE6-E7AD-40DE-88B8-794C73F956C5}"/>
              </a:ext>
            </a:extLst>
          </p:cNvPr>
          <p:cNvSpPr>
            <a:spLocks xmlns:a="http://schemas.openxmlformats.org/drawingml/2006/main" noGrp="1"/>
          </p:cNvSpPr>
          <p:nvPr>
            <p:ph type="title" idx="0" hasCustomPrompt="1"/>
          </p:nvPr>
        </p:nvSpPr>
        <p:spPr>
          <a:xfrm xmlns:a="http://schemas.openxmlformats.org/drawingml/2006/main">
            <a:off x="3511295" y="224917"/>
            <a:ext cx="5397627"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tx1"/>
                </a:solidFill>
                <a:latin typeface="Lato"/>
                <a:ea typeface="Lato"/>
                <a:cs typeface="Lato"/>
              </a:defRPr>
            </a:lvl1pPr>
          </a:lstStyle>
          <a:p xmlns:a="http://schemas.openxmlformats.org/drawingml/2006/main">
            <a:r>
              <a:t>Title 5: ……………………………………</a:t>
            </a:r>
          </a:p>
        </p:txBody>
      </p:sp>
      <p:sp>
        <p:nvSpPr>
          <p:cNvPr id="12" name="Text Placeholder 7">
            <a:extLst xmlns:a="http://schemas.openxmlformats.org/drawingml/2006/main">
              <a:ext uri="{FF2B5EF4-FFF2-40B4-BE49-F238E27FC236}">
                <a16:creationId xmlns:a16="http://schemas.microsoft.com/office/drawing/2014/main" id="{1C2ED7A5-CBB5-4B5C-BD2A-3596087A71FA}"/>
              </a:ext>
            </a:extLst>
          </p:cNvPr>
          <p:cNvSpPr>
            <a:spLocks xmlns:a="http://schemas.openxmlformats.org/drawingml/2006/main" noGrp="1"/>
          </p:cNvSpPr>
          <p:nvPr>
            <p:ph type="body" idx="13"/>
          </p:nvPr>
        </p:nvSpPr>
        <p:spPr>
          <a:xfrm xmlns:a="http://schemas.openxmlformats.org/drawingml/2006/main">
            <a:off x="3524251" y="1011238"/>
            <a:ext cx="5384672" cy="552926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Date Placeholder 3">
            <a:extLst xmlns:a="http://schemas.openxmlformats.org/drawingml/2006/main">
              <a:ext uri="{FF2B5EF4-FFF2-40B4-BE49-F238E27FC236}">
                <a16:creationId xmlns:a16="http://schemas.microsoft.com/office/drawing/2014/main" id="{E21F2271-B488-4DC9-A50E-592D82F22CE9}"/>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4" name="Footer Placeholder 4">
            <a:extLst xmlns:a="http://schemas.openxmlformats.org/drawingml/2006/main">
              <a:ext uri="{FF2B5EF4-FFF2-40B4-BE49-F238E27FC236}">
                <a16:creationId xmlns:a16="http://schemas.microsoft.com/office/drawing/2014/main" id="{706E966D-F219-41DE-82BF-3F3121B7DCCC}"/>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5" name="Slide Number Placeholder 5">
            <a:extLst xmlns:a="http://schemas.openxmlformats.org/drawingml/2006/main">
              <a:ext uri="{FF2B5EF4-FFF2-40B4-BE49-F238E27FC236}">
                <a16:creationId xmlns:a16="http://schemas.microsoft.com/office/drawing/2014/main" id="{AF61A491-C108-489A-B2EA-9FC27DAD4D2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9.xml><?xml version="1.0" encoding="utf-8"?>
<p:sldLayout xmlns:p="http://schemas.openxmlformats.org/presentationml/2006/main" preserve="1" userDrawn="1">
  <p:cSld name="2_Blank">
    <p:bg>
      <p:bgPr>
        <a:blipFill xmlns:a="http://schemas.openxmlformats.org/drawingml/2006/main" rotWithShape="1">
          <a:blip xmlns:r="http://schemas.openxmlformats.org/officeDocument/2006/relationships" r:embed="Rf40a5517c3544774">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6: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accent1">
                    <a:lumMod val="50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chemeClr val="accent1">
                    <a:lumMod val="50000"/>
                  </a:schemeClr>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chemeClr val="accent1">
                    <a:lumMod val="50000"/>
                  </a:schemeClr>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0.xml><?xml version="1.0" encoding="utf-8"?>
<p:sldLayout xmlns:p="http://schemas.openxmlformats.org/presentationml/2006/main" preserve="1" userDrawn="1">
  <p:cSld name="2_Comparison">
    <p:bg>
      <p:bgPr>
        <a:blipFill xmlns:a="http://schemas.openxmlformats.org/drawingml/2006/main" rotWithShape="1">
          <a:blip xmlns:r="http://schemas.openxmlformats.org/officeDocument/2006/relationships" r:embed="R505d078dbc5a44f9">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7: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227550"/>
            <a:ext cx="8674100" cy="486844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1.xml><?xml version="1.0" encoding="utf-8"?>
<p:sldLayout xmlns:p="http://schemas.openxmlformats.org/presentationml/2006/main" preserve="1" userDrawn="1">
  <p:cSld name="3_Blank">
    <p:bg>
      <p:bgPr>
        <a:blipFill xmlns:a="http://schemas.openxmlformats.org/drawingml/2006/main" rotWithShape="1">
          <a:blip xmlns:r="http://schemas.openxmlformats.org/officeDocument/2006/relationships" r:embed="Rb128d8e846704e49">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8: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2.xml><?xml version="1.0" encoding="utf-8"?>
<p:sldLayout xmlns:p="http://schemas.openxmlformats.org/presentationml/2006/main" preserve="1" userDrawn="1">
  <p:cSld name="3_Comparison">
    <p:bg>
      <p:bgPr>
        <a:blipFill xmlns:a="http://schemas.openxmlformats.org/drawingml/2006/main" rotWithShape="1">
          <a:blip xmlns:r="http://schemas.openxmlformats.org/officeDocument/2006/relationships" r:embed="R239fa3e587db482d">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9: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164920"/>
            <a:ext cx="8674100" cy="493107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3.xml><?xml version="1.0" encoding="utf-8"?>
<p:sldLayout xmlns:p="http://schemas.openxmlformats.org/presentationml/2006/main" userDrawn="1">
  <p:cSld name="1_Content with Caption">
    <p:bg>
      <p:bgPr>
        <a:blipFill xmlns:a="http://schemas.openxmlformats.org/drawingml/2006/main" rotWithShape="1">
          <a:blip xmlns:r="http://schemas.openxmlformats.org/officeDocument/2006/relationships" r:embed="R7fd56673422b4a36">
            <a:lum/>
          </a:blip>
          <a:srcRect l="0" t="0" r="0" b="0"/>
          <a:stretch>
            <a:fillRect l="0" t="0" r="0" b="0"/>
          </a:stretch>
        </a:blipFill>
      </p:bgPr>
    </p:bg>
    <p:spTree>
      <p:nvGrpSpPr>
        <p:cNvPr id="1" name=""/>
        <p:cNvGrpSpPr/>
        <p:nvPr/>
      </p:nvGrpSpPr>
      <p:grpSpPr>
        <a:xfrm xmlns:a="http://schemas.openxmlformats.org/drawingml/2006/main"/>
      </p:grpSpPr>
      <p:sp>
        <p:nvSpPr>
          <p:cNvPr id="5" name="Date Placeholder 3">
            <a:extLst xmlns:a="http://schemas.openxmlformats.org/drawingml/2006/main">
              <a:ext uri="{FF2B5EF4-FFF2-40B4-BE49-F238E27FC236}">
                <a16:creationId xmlns:a16="http://schemas.microsoft.com/office/drawing/2014/main" id="{76EAE966-F590-4BAF-A55B-75735FCC661F}"/>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6" name="Footer Placeholder 4">
            <a:extLst xmlns:a="http://schemas.openxmlformats.org/drawingml/2006/main">
              <a:ext uri="{FF2B5EF4-FFF2-40B4-BE49-F238E27FC236}">
                <a16:creationId xmlns:a16="http://schemas.microsoft.com/office/drawing/2014/main" id="{C330CA1C-4366-43E8-9DC8-B360FC115AE4}"/>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72DB13F6-9193-4FE2-AE85-5B96248CC0EA}"/>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a660062b7c7d435a" /><Relationship Type="http://schemas.openxmlformats.org/officeDocument/2006/relationships/theme" Target="/ppt/slideMasters/theme/theme2.xml" Id="Rd326a1f3bfe54b79" /><Relationship Type="http://schemas.openxmlformats.org/officeDocument/2006/relationships/slideLayout" Target="/ppt/slideLayouts/slideLayout1.xml" Id="R9ebf8f2b2b304b8a" /><Relationship Type="http://schemas.openxmlformats.org/officeDocument/2006/relationships/slideLayout" Target="/ppt/slideLayouts/slideLayout2.xml" Id="R20d9c445c1464880" /><Relationship Type="http://schemas.openxmlformats.org/officeDocument/2006/relationships/slideLayout" Target="/ppt/slideLayouts/slideLayout3.xml" Id="Rcf4769ce39884e51" /><Relationship Type="http://schemas.openxmlformats.org/officeDocument/2006/relationships/slideLayout" Target="/ppt/slideLayouts/slideLayout4.xml" Id="R9d01bac3382f4d1c" /><Relationship Type="http://schemas.openxmlformats.org/officeDocument/2006/relationships/slideLayout" Target="/ppt/slideLayouts/slideLayout5.xml" Id="R3f280e1329554290" /><Relationship Type="http://schemas.openxmlformats.org/officeDocument/2006/relationships/slideLayout" Target="/ppt/slideLayouts/slideLayout6.xml" Id="R36eb6f2d3c084b03" /><Relationship Type="http://schemas.openxmlformats.org/officeDocument/2006/relationships/slideLayout" Target="/ppt/slideLayouts/slideLayout7.xml" Id="R0e859f06196e4c94" /><Relationship Type="http://schemas.openxmlformats.org/officeDocument/2006/relationships/slideLayout" Target="/ppt/slideLayouts/slideLayout8.xml" Id="R368afe25a3304c20" /><Relationship Type="http://schemas.openxmlformats.org/officeDocument/2006/relationships/slideLayout" Target="/ppt/slideLayouts/slideLayout9.xml" Id="R554225770b0e4cf5" /><Relationship Type="http://schemas.openxmlformats.org/officeDocument/2006/relationships/slideLayout" Target="/ppt/slideLayouts/slideLayout10.xml" Id="R8400ca3884a140bf" /><Relationship Type="http://schemas.openxmlformats.org/officeDocument/2006/relationships/slideLayout" Target="/ppt/slideLayouts/slideLayout11.xml" Id="Rfcd4445c29d04161" /><Relationship Type="http://schemas.openxmlformats.org/officeDocument/2006/relationships/slideLayout" Target="/ppt/slideLayouts/slideLayout12.xml" Id="Rbabc2cc508a24542" /><Relationship Type="http://schemas.openxmlformats.org/officeDocument/2006/relationships/slideLayout" Target="/ppt/slideLayouts/slideLayout13.xml" Id="Rd7429d9523fc4b28"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a660062b7c7d435a">
            <a:lum/>
          </a:blip>
          <a:srcRect l="0" t="0" r="0" b="0"/>
          <a:stretch>
            <a:fillRect l="0" t="0" r="0" b="0"/>
          </a:stretch>
        </a:blip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bf8f2b2b304b8a"/>
    <p:sldLayoutId xmlns:r="http://schemas.openxmlformats.org/officeDocument/2006/relationships" id="2147483650" r:id="R20d9c445c1464880"/>
    <p:sldLayoutId xmlns:r="http://schemas.openxmlformats.org/officeDocument/2006/relationships" id="2147483651" r:id="Rcf4769ce39884e51"/>
    <p:sldLayoutId xmlns:r="http://schemas.openxmlformats.org/officeDocument/2006/relationships" id="2147483652" r:id="R9d01bac3382f4d1c"/>
    <p:sldLayoutId xmlns:r="http://schemas.openxmlformats.org/officeDocument/2006/relationships" id="2147483653" r:id="R3f280e1329554290"/>
    <p:sldLayoutId xmlns:r="http://schemas.openxmlformats.org/officeDocument/2006/relationships" id="2147483654" r:id="R36eb6f2d3c084b03"/>
    <p:sldLayoutId xmlns:r="http://schemas.openxmlformats.org/officeDocument/2006/relationships" id="2147483655" r:id="R0e859f06196e4c94"/>
    <p:sldLayoutId xmlns:r="http://schemas.openxmlformats.org/officeDocument/2006/relationships" id="2147483656" r:id="R368afe25a3304c20"/>
    <p:sldLayoutId xmlns:r="http://schemas.openxmlformats.org/officeDocument/2006/relationships" id="2147483657" r:id="R554225770b0e4cf5"/>
    <p:sldLayoutId xmlns:r="http://schemas.openxmlformats.org/officeDocument/2006/relationships" id="2147483658" r:id="R8400ca3884a140bf"/>
    <p:sldLayoutId xmlns:r="http://schemas.openxmlformats.org/officeDocument/2006/relationships" id="2147483659" r:id="Rfcd4445c29d04161"/>
    <p:sldLayoutId xmlns:r="http://schemas.openxmlformats.org/officeDocument/2006/relationships" id="2147483660" r:id="Rbabc2cc508a24542"/>
    <p:sldLayoutId xmlns:r="http://schemas.openxmlformats.org/officeDocument/2006/relationships" id="2147483661" r:id="Rd7429d9523fc4b28"/>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0247af95de4a4805" /><Relationship Type="http://schemas.openxmlformats.org/officeDocument/2006/relationships/image" Target="/ppt/media/image13.png" Id="Rb188b06e4c934aa9" /><Relationship Type="http://schemas.openxmlformats.org/officeDocument/2006/relationships/notesSlide" Target="/ppt/notesSlides/notesSlide1.xml" Id="Rfd348e894fea4f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fcfe1d73f12f4d09" /><Relationship Type="http://schemas.openxmlformats.org/officeDocument/2006/relationships/image" Target="/ppt/media/image14.png" Id="R0c54aba6c0394de3" /><Relationship Type="http://schemas.openxmlformats.org/officeDocument/2006/relationships/image" Target="/ppt/media/image.svg" Id="R0fba8841325a45ae" /><Relationship Type="http://schemas.openxmlformats.org/officeDocument/2006/relationships/image" Target="/ppt/media/image15.png" Id="Rf606b78873db433c" /><Relationship Type="http://schemas.openxmlformats.org/officeDocument/2006/relationships/image" Target="/ppt/media/image2.svg" Id="Re3c11af5d42c4ae6" /><Relationship Type="http://schemas.openxmlformats.org/officeDocument/2006/relationships/notesSlide" Target="/ppt/notesSlides/notesSlide2.xml" Id="R669d838459864c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cda412efe75b4225" /><Relationship Type="http://schemas.openxmlformats.org/officeDocument/2006/relationships/image" Target="/ppt/media/image16.png" Id="R398ebb008b1b4f05" /><Relationship Type="http://schemas.openxmlformats.org/officeDocument/2006/relationships/image" Target="/ppt/media/image3.svg" Id="Rae4d2594f4aa4493" /><Relationship Type="http://schemas.openxmlformats.org/officeDocument/2006/relationships/image" Target="/ppt/media/image17.png" Id="Rd3fe1e1ae91e4ee7" /><Relationship Type="http://schemas.openxmlformats.org/officeDocument/2006/relationships/image" Target="/ppt/media/image4.svg" Id="Rc3558020ed894b69" /><Relationship Type="http://schemas.openxmlformats.org/officeDocument/2006/relationships/image" Target="/ppt/media/image18.png" Id="R46ec4d3fbe26432c" /><Relationship Type="http://schemas.openxmlformats.org/officeDocument/2006/relationships/image" Target="/ppt/media/image5.svg" Id="Rd8b68ca0d98c470c" /><Relationship Type="http://schemas.openxmlformats.org/officeDocument/2006/relationships/image" Target="/ppt/media/image19.png" Id="Rae8e664edc214008" /><Relationship Type="http://schemas.openxmlformats.org/officeDocument/2006/relationships/image" Target="/ppt/media/image6.svg" Id="Rb756e7aeddfb495d" /><Relationship Type="http://schemas.openxmlformats.org/officeDocument/2006/relationships/image" Target="/ppt/media/image20.png" Id="R763640a452aa47c9" /><Relationship Type="http://schemas.openxmlformats.org/officeDocument/2006/relationships/image" Target="/ppt/media/image7.svg" Id="Rc737a995b15c40af" /><Relationship Type="http://schemas.openxmlformats.org/officeDocument/2006/relationships/notesSlide" Target="/ppt/notesSlides/notesSlide3.xml" Id="R13d3a387065147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310823c4589344e5" /><Relationship Type="http://schemas.openxmlformats.org/officeDocument/2006/relationships/image" Target="/ppt/media/image21.png" Id="R5da95154c0fa40b5" /><Relationship Type="http://schemas.openxmlformats.org/officeDocument/2006/relationships/image" Target="/ppt/media/image8.svg" Id="Rc1f86f7ce6424a6d" /><Relationship Type="http://schemas.openxmlformats.org/officeDocument/2006/relationships/image" Target="/ppt/media/image22.png" Id="Re1c0e6ca96ab4587" /><Relationship Type="http://schemas.openxmlformats.org/officeDocument/2006/relationships/image" Target="/ppt/media/image9.svg" Id="R40e27c874932416a" /><Relationship Type="http://schemas.openxmlformats.org/officeDocument/2006/relationships/image" Target="/ppt/media/image23.png" Id="Rf6f222db7e0c4202" /><Relationship Type="http://schemas.openxmlformats.org/officeDocument/2006/relationships/image" Target="/ppt/media/image10.svg" Id="R8464b5cbacb949d6" /><Relationship Type="http://schemas.openxmlformats.org/officeDocument/2006/relationships/notesSlide" Target="/ppt/notesSlides/notesSlide4.xml" Id="Rad91bf51c6ea41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d710de6285554fdf" /><Relationship Type="http://schemas.openxmlformats.org/officeDocument/2006/relationships/image" Target="/ppt/media/image24.png" Id="Rb22f02c0e11f48c1" /><Relationship Type="http://schemas.openxmlformats.org/officeDocument/2006/relationships/notesSlide" Target="/ppt/notesSlides/notesSlide5.xml" Id="R7ea36cf201c846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4a55be5263cc49d9" /><Relationship Type="http://schemas.openxmlformats.org/officeDocument/2006/relationships/image" Target="/ppt/media/image25.png" Id="Rbf9f1fcaccd84a33" /><Relationship Type="http://schemas.openxmlformats.org/officeDocument/2006/relationships/image" Target="/ppt/media/image11.svg" Id="R73fff585d6604993" /><Relationship Type="http://schemas.openxmlformats.org/officeDocument/2006/relationships/image" Target="/ppt/media/image26.png" Id="Ra280e2cf3c6a4cb7" /><Relationship Type="http://schemas.openxmlformats.org/officeDocument/2006/relationships/image" Target="/ppt/media/image12.svg" Id="R2411c1e019084c73" /><Relationship Type="http://schemas.openxmlformats.org/officeDocument/2006/relationships/notesSlide" Target="/ppt/notesSlides/notesSlide6.xml" Id="Rdef14f17839146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e0603e1536ac4255" /><Relationship Type="http://schemas.openxmlformats.org/officeDocument/2006/relationships/notesSlide" Target="/ppt/notesSlides/notesSlide7.xml" Id="R7ff6930a8c3241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880373a9f5984790" /><Relationship Type="http://schemas.openxmlformats.org/officeDocument/2006/relationships/notesSlide" Target="/ppt/notesSlides/notesSlide8.xml" Id="R263a0661af6448c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Picture 3">
            <a:extLst xmlns:a="http://schemas.openxmlformats.org/drawingml/2006/main">
              <a:ext uri="{FF2B5EF4-FFF2-40B4-BE49-F238E27FC236}">
                <a16:creationId xmlns:a16="http://schemas.microsoft.com/office/drawing/2014/main" id="{1D7EEA6A-04A6-4019-B0B4-2A3AF1EE14AA}"/>
              </a:ext>
            </a:extLst>
          </p:cNvPr>
          <p:cNvPicPr>
            <a:picLocks xmlns:a="http://schemas.openxmlformats.org/drawingml/2006/main" noChangeAspect="1"/>
          </p:cNvPicPr>
          <p:nvPr/>
        </p:nvPicPr>
        <p:blipFill>
          <a:blip xmlns:r="http://schemas.openxmlformats.org/officeDocument/2006/relationships" xmlns:a="http://schemas.openxmlformats.org/drawingml/2006/main" r:embed="Rb188b06e4c934aa9"/>
          <a:srcRect xmlns:a="http://schemas.openxmlformats.org/drawingml/2006/main" l="0" t="0" r="0" b="0"/>
          <a:stretch xmlns:a="http://schemas.openxmlformats.org/drawingml/2006/main"/>
        </p:blipFill>
        <p:spPr>
          <a:xfrm xmlns:a="http://schemas.openxmlformats.org/drawingml/2006/main">
            <a:off x="413012" y="398419"/>
            <a:ext cx="2037225" cy="611594"/>
          </a:xfrm>
          <a:prstGeom xmlns:a="http://schemas.openxmlformats.org/drawingml/2006/main" prst="rect">
            <a:avLst/>
          </a:prstGeom>
        </p:spPr>
      </p:pic>
      <p:sp>
        <p:nvSpPr>
          <p:cNvPr id="11" name="Title 6">
            <a:extLst xmlns:a="http://schemas.openxmlformats.org/drawingml/2006/main">
              <a:ext uri="{FF2B5EF4-FFF2-40B4-BE49-F238E27FC236}">
                <a16:creationId xmlns:a16="http://schemas.microsoft.com/office/drawing/2014/main" id="{FF8BDF70-CFA6-4031-86B7-31F910D8115D}"/>
              </a:ext>
            </a:extLst>
          </p:cNvPr>
          <p:cNvSpPr>
            <a:spLocks xmlns:a="http://schemas.openxmlformats.org/drawingml/2006/main" noGrp="1"/>
          </p:cNvSpPr>
          <p:nvPr/>
        </p:nvSpPr>
        <p:spPr>
          <a:xfrm xmlns:a="http://schemas.openxmlformats.org/drawingml/2006/main">
            <a:off x="409575" y="2400300"/>
            <a:ext cx="7096125" cy="138112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3525" b="1">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3525" b="1">
                <a:solidFill>
                  <a:srgbClr val="C00000"/>
                </a:solidFill>
                <a:latin typeface="Lato"/>
                <a:ea typeface="Lato"/>
                <a:cs typeface="Lato"/>
              </a:defRPr>
            </a:lvl2pPr>
            <a:lvl3pPr>
              <a:defRPr sz="3525" b="1">
                <a:solidFill>
                  <a:srgbClr val="C00000"/>
                </a:solidFill>
                <a:latin typeface="Lato"/>
                <a:ea typeface="Lato"/>
                <a:cs typeface="Lato"/>
              </a:defRPr>
            </a:lvl3pPr>
            <a:lvl4pPr>
              <a:defRPr sz="3525" b="1">
                <a:solidFill>
                  <a:srgbClr val="C00000"/>
                </a:solidFill>
                <a:latin typeface="Lato"/>
                <a:ea typeface="Lato"/>
                <a:cs typeface="Lato"/>
              </a:defRPr>
            </a:lvl4pPr>
            <a:lvl5pPr>
              <a:defRPr sz="3525" b="1">
                <a:solidFill>
                  <a:srgbClr val="C00000"/>
                </a:solidFill>
                <a:latin typeface="Lato"/>
                <a:ea typeface="Lato"/>
                <a:cs typeface="Lato"/>
              </a:defRPr>
            </a:lvl5pPr>
            <a:lvl6pPr>
              <a:defRPr sz="3525" b="1">
                <a:solidFill>
                  <a:srgbClr val="C00000"/>
                </a:solidFill>
                <a:latin typeface="Lato"/>
                <a:ea typeface="Lato"/>
                <a:cs typeface="Lato"/>
              </a:defRPr>
            </a:lvl6pPr>
            <a:lvl7pPr>
              <a:defRPr sz="3525" b="1">
                <a:solidFill>
                  <a:srgbClr val="C00000"/>
                </a:solidFill>
                <a:latin typeface="Lato"/>
                <a:ea typeface="Lato"/>
                <a:cs typeface="Lato"/>
              </a:defRPr>
            </a:lvl7pPr>
            <a:lvl8pPr>
              <a:defRPr sz="3525" b="1">
                <a:solidFill>
                  <a:srgbClr val="C00000"/>
                </a:solidFill>
                <a:latin typeface="Lato"/>
                <a:ea typeface="Lato"/>
                <a:cs typeface="Lato"/>
              </a:defRPr>
            </a:lvl8pPr>
            <a:lvl9pPr>
              <a:defRPr sz="3525" b="1">
                <a:solidFill>
                  <a:srgbClr val="C00000"/>
                </a:solidFill>
                <a:latin typeface="Lato"/>
                <a:ea typeface="Lato"/>
                <a:cs typeface="Lato"/>
              </a:defRPr>
            </a:lvl9pPr>
          </a:lstStyle>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HỆ SỐ α VÀ</a:t>
            </a:r>
          </a:p>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RÀNG BUỘC DỮ LIỆU L</a:t>
            </a:r>
          </a:p>
        </p:txBody>
      </p:sp>
      <p:sp>
        <p:nvSpPr>
          <p:cNvPr id="12" name="Title 6">
            <a:extLst xmlns:a="http://schemas.openxmlformats.org/drawingml/2006/main">
              <a:ext uri="{FF2B5EF4-FFF2-40B4-BE49-F238E27FC236}">
                <a16:creationId xmlns:a16="http://schemas.microsoft.com/office/drawing/2014/main" id="{A4ACF486-B7D8-4A5A-B633-83527A2F99E2}"/>
              </a:ext>
            </a:extLst>
          </p:cNvPr>
          <p:cNvSpPr>
            <a:spLocks xmlns:a="http://schemas.openxmlformats.org/drawingml/2006/main" noGrp="1"/>
          </p:cNvSpPr>
          <p:nvPr/>
        </p:nvSpPr>
        <p:spPr>
          <a:xfrm xmlns:a="http://schemas.openxmlformats.org/drawingml/2006/main">
            <a:off x="409575" y="3924300"/>
            <a:ext cx="6477000" cy="8763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2025">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2025">
                <a:solidFill>
                  <a:srgbClr val="C00000"/>
                </a:solidFill>
                <a:latin typeface="Lato"/>
                <a:ea typeface="Lato"/>
                <a:cs typeface="Lato"/>
              </a:defRPr>
            </a:lvl2pPr>
            <a:lvl3pPr>
              <a:defRPr sz="2025">
                <a:solidFill>
                  <a:srgbClr val="C00000"/>
                </a:solidFill>
                <a:latin typeface="Lato"/>
                <a:ea typeface="Lato"/>
                <a:cs typeface="Lato"/>
              </a:defRPr>
            </a:lvl3pPr>
            <a:lvl4pPr>
              <a:defRPr sz="2025">
                <a:solidFill>
                  <a:srgbClr val="C00000"/>
                </a:solidFill>
                <a:latin typeface="Lato"/>
                <a:ea typeface="Lato"/>
                <a:cs typeface="Lato"/>
              </a:defRPr>
            </a:lvl4pPr>
            <a:lvl5pPr>
              <a:defRPr sz="2025">
                <a:solidFill>
                  <a:srgbClr val="C00000"/>
                </a:solidFill>
                <a:latin typeface="Lato"/>
                <a:ea typeface="Lato"/>
                <a:cs typeface="Lato"/>
              </a:defRPr>
            </a:lvl5pPr>
            <a:lvl6pPr>
              <a:defRPr sz="2025">
                <a:solidFill>
                  <a:srgbClr val="C00000"/>
                </a:solidFill>
                <a:latin typeface="Lato"/>
                <a:ea typeface="Lato"/>
                <a:cs typeface="Lato"/>
              </a:defRPr>
            </a:lvl6pPr>
            <a:lvl7pPr>
              <a:defRPr sz="2025">
                <a:solidFill>
                  <a:srgbClr val="C00000"/>
                </a:solidFill>
                <a:latin typeface="Lato"/>
                <a:ea typeface="Lato"/>
                <a:cs typeface="Lato"/>
              </a:defRPr>
            </a:lvl7pPr>
            <a:lvl8pPr>
              <a:defRPr sz="2025">
                <a:solidFill>
                  <a:srgbClr val="C00000"/>
                </a:solidFill>
                <a:latin typeface="Lato"/>
                <a:ea typeface="Lato"/>
                <a:cs typeface="Lato"/>
              </a:defRPr>
            </a:lvl8pPr>
            <a:lvl9pPr>
              <a:defRPr sz="2025">
                <a:solidFill>
                  <a:srgbClr val="C00000"/>
                </a:solidFill>
                <a:latin typeface="Lato"/>
                <a:ea typeface="Lato"/>
                <a:cs typeface="Lato"/>
              </a:defRPr>
            </a:lvl9pPr>
          </a:lstStyle>
          <a:p xmlns:a="http://schemas.openxmlformats.org/drawingml/2006/main">
            <a:pPr>
              <a:defRPr sz="2025">
                <a:solidFill>
                  <a:srgbClr val="C00000"/>
                </a:solidFill>
                <a:latin typeface="Lato"/>
                <a:ea typeface="Lato"/>
                <a:cs typeface="Lato"/>
              </a:defRPr>
            </a:pPr>
            <a:r>
              <a:rPr sz="2025" b="0">
                <a:solidFill>
                  <a:srgbClr val="C00000"/>
                </a:solidFill>
                <a:latin typeface="Lato"/>
                <a:ea typeface="Lato"/>
                <a:cs typeface="Lato"/>
              </a:rPr>
              <a:t>Phân tích EE RF trong hệ UAV–SWIPT–NOMA</a:t>
            </a:r>
          </a:p>
        </p:txBody>
      </p:sp>
    </p:spTree>
    <p:extLst>
      <p:ext uri="{BB962C8B-B14F-4D97-AF65-F5344CB8AC3E}">
        <p14:creationId xmlns:p14="http://schemas.microsoft.com/office/powerpoint/2010/main" val="7431729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2598689-54C9-18A7-3A19-ED76AA08988F}" type="slidenum">
              <a:rPr sz="1050">
                <a:solidFill>
                  <a:srgbClr val="C00000"/>
                </a:solidFill>
                <a:latin typeface="Lato"/>
                <a:ea typeface="Lato"/>
                <a:cs typeface="Lato"/>
              </a:rPr>
              <a:t>2</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Bối cảnh bài toán EE RF</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scenario">
            <a:extLst xmlns:a="http://schemas.openxmlformats.org/drawingml/2006/main">
              <a:ext uri="{FF2B5EF4-FFF2-40B4-BE49-F238E27FC236}">
                <a16:creationId xmlns:a16="http://schemas.microsoft.com/office/drawing/2014/main" id="{2DD149A5-DA3E-463E-AB27-BAC2B37FAF15}"/>
              </a:ext>
            </a:extLst>
          </p:cNvPr>
          <p:cNvSpPr>
            <a:spLocks xmlns:a="http://schemas.openxmlformats.org/drawingml/2006/main" noGrp="1"/>
          </p:cNvSpPr>
          <p:nvPr/>
        </p:nvSpPr>
        <p:spPr>
          <a:xfrm xmlns:a="http://schemas.openxmlformats.org/drawingml/2006/main">
            <a:off x="533400" y="981075"/>
            <a:ext cx="807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22222"/>
                </a:solidFill>
                <a:latin typeface="Lato"/>
                <a:ea typeface="Lato"/>
                <a:cs typeface="Lato"/>
              </a:defRPr>
            </a:defPPr>
            <a:lvl1pPr algn="l">
              <a:defRPr sz="2175" b="1">
                <a:solidFill>
                  <a:srgbClr val="222222"/>
                </a:solidFill>
                <a:latin typeface="Lato"/>
                <a:ea typeface="Lato"/>
                <a:cs typeface="Lato"/>
              </a:defRPr>
            </a:lvl1pPr>
            <a:lvl2pPr algn="l">
              <a:defRPr sz="2175" b="1">
                <a:solidFill>
                  <a:srgbClr val="222222"/>
                </a:solidFill>
                <a:latin typeface="Lato"/>
                <a:ea typeface="Lato"/>
                <a:cs typeface="Lato"/>
              </a:defRPr>
            </a:lvl2pPr>
            <a:lvl3pPr algn="l">
              <a:defRPr sz="2175" b="1">
                <a:solidFill>
                  <a:srgbClr val="222222"/>
                </a:solidFill>
                <a:latin typeface="Lato"/>
                <a:ea typeface="Lato"/>
                <a:cs typeface="Lato"/>
              </a:defRPr>
            </a:lvl3pPr>
            <a:lvl4pPr algn="l">
              <a:defRPr sz="2175" b="1">
                <a:solidFill>
                  <a:srgbClr val="222222"/>
                </a:solidFill>
                <a:latin typeface="Lato"/>
                <a:ea typeface="Lato"/>
                <a:cs typeface="Lato"/>
              </a:defRPr>
            </a:lvl4pPr>
            <a:lvl5pPr algn="l">
              <a:defRPr sz="2175" b="1">
                <a:solidFill>
                  <a:srgbClr val="222222"/>
                </a:solidFill>
                <a:latin typeface="Lato"/>
                <a:ea typeface="Lato"/>
                <a:cs typeface="Lato"/>
              </a:defRPr>
            </a:lvl5pPr>
            <a:lvl6pPr algn="l">
              <a:defRPr sz="2175" b="1">
                <a:solidFill>
                  <a:srgbClr val="222222"/>
                </a:solidFill>
                <a:latin typeface="Lato"/>
                <a:ea typeface="Lato"/>
                <a:cs typeface="Lato"/>
              </a:defRPr>
            </a:lvl6pPr>
            <a:lvl7pPr algn="l">
              <a:defRPr sz="2175" b="1">
                <a:solidFill>
                  <a:srgbClr val="222222"/>
                </a:solidFill>
                <a:latin typeface="Lato"/>
                <a:ea typeface="Lato"/>
                <a:cs typeface="Lato"/>
              </a:defRPr>
            </a:lvl7pPr>
            <a:lvl8pPr algn="l">
              <a:defRPr sz="2175" b="1">
                <a:solidFill>
                  <a:srgbClr val="222222"/>
                </a:solidFill>
                <a:latin typeface="Lato"/>
                <a:ea typeface="Lato"/>
                <a:cs typeface="Lato"/>
              </a:defRPr>
            </a:lvl8pPr>
            <a:lvl9pPr algn="l">
              <a:defRPr sz="2175" b="1">
                <a:solidFill>
                  <a:srgbClr val="222222"/>
                </a:solidFill>
                <a:latin typeface="Lato"/>
                <a:ea typeface="Lato"/>
                <a:cs typeface="Lato"/>
              </a:defRPr>
            </a:lvl9pPr>
          </a:lstStyle>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5 user, 3 BS, 20 slot trong 20 giây</a:t>
            </a:r>
          </a:p>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Mỗi slot gồm 0,5 s UL và 0,5 s DL</a:t>
            </a:r>
          </a:p>
        </p:txBody>
      </p:sp>
      <p:sp>
        <p:nvSpPr>
          <p:cNvPr id="6" name="metric-label">
            <a:extLst xmlns:a="http://schemas.openxmlformats.org/drawingml/2006/main">
              <a:ext uri="{FF2B5EF4-FFF2-40B4-BE49-F238E27FC236}">
                <a16:creationId xmlns:a16="http://schemas.microsoft.com/office/drawing/2014/main" id="{2582D374-ECB7-41E1-8721-95E3C4F4CF31}"/>
              </a:ext>
            </a:extLst>
          </p:cNvPr>
          <p:cNvSpPr>
            <a:spLocks xmlns:a="http://schemas.openxmlformats.org/drawingml/2006/main" noGrp="1"/>
          </p:cNvSpPr>
          <p:nvPr/>
        </p:nvSpPr>
        <p:spPr>
          <a:xfrm xmlns:a="http://schemas.openxmlformats.org/drawingml/2006/main">
            <a:off x="533400" y="197167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TỔNG DỮ LIỆU VÀ NĂNG LƯỢNG RF</a:t>
            </a:r>
          </a:p>
        </p:txBody>
      </p:sp>
      <p:pic>
        <p:nvPicPr>
          <p:cNvPr id="7" name="">
            <a:extLst xmlns:a="http://schemas.openxmlformats.org/drawingml/2006/main">
              <a:ext uri="{FF2B5EF4-FFF2-40B4-BE49-F238E27FC236}">
                <a16:creationId xmlns:a16="http://schemas.microsoft.com/office/drawing/2014/main" id="{0FA8BCDF-C0AA-4AD8-BFC5-2FAA2799C630}"/>
              </a:ext>
            </a:extLst>
          </p:cNvPr>
          <p:cNvPicPr>
            <a:picLocks xmlns:a="http://schemas.openxmlformats.org/drawingml/2006/main" noChangeAspect="1"/>
          </p:cNvPicPr>
          <p:nvPr/>
        </p:nvPicPr>
        <p:blipFill>
          <a:blip xmlns:r="http://schemas.openxmlformats.org/officeDocument/2006/relationships" xmlns:a="http://schemas.openxmlformats.org/drawingml/2006/main" r:embed="R0c54aba6c0394de3">
            <a:extLst>
              <a:ext uri="{96DAC541-7B7A-43D3-8B79-37D633B846F1}">
                <asvg:svgBlip xmlns:asvg="http://schemas.microsoft.com/office/drawing/2016/SVG/main" r:embed="R0fba8841325a45ae"/>
              </a:ext>
            </a:extLst>
          </a:blip>
          <a:stretch xmlns:a="http://schemas.openxmlformats.org/drawingml/2006/main"/>
        </p:blipFill>
        <p:spPr>
          <a:xfrm xmlns:a="http://schemas.openxmlformats.org/drawingml/2006/main">
            <a:off x="533400" y="2343150"/>
            <a:ext cx="7620000" cy="5619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8B6F147-E9BD-4A67-95AA-8759FE5954D9}"/>
              </a:ext>
            </a:extLst>
          </p:cNvPr>
          <p:cNvPicPr>
            <a:picLocks xmlns:a="http://schemas.openxmlformats.org/drawingml/2006/main" noChangeAspect="1"/>
          </p:cNvPicPr>
          <p:nvPr/>
        </p:nvPicPr>
        <p:blipFill>
          <a:blip xmlns:r="http://schemas.openxmlformats.org/officeDocument/2006/relationships" xmlns:a="http://schemas.openxmlformats.org/drawingml/2006/main" r:embed="Rf606b78873db433c">
            <a:extLst>
              <a:ext uri="{96DAC541-7B7A-43D3-8B79-37D633B846F1}">
                <asvg:svgBlip xmlns:asvg="http://schemas.microsoft.com/office/drawing/2016/SVG/main" r:embed="Re3c11af5d42c4ae6"/>
              </a:ext>
            </a:extLst>
          </a:blip>
          <a:stretch xmlns:a="http://schemas.openxmlformats.org/drawingml/2006/main"/>
        </p:blipFill>
        <p:spPr>
          <a:xfrm xmlns:a="http://schemas.openxmlformats.org/drawingml/2006/main">
            <a:off x="533400" y="3105150"/>
            <a:ext cx="7334250" cy="866775"/>
          </a:xfrm>
          <a:prstGeom xmlns:a="http://schemas.openxmlformats.org/drawingml/2006/main" prst="rect">
            <a:avLst/>
          </a:prstGeom>
        </p:spPr>
      </p:pic>
      <p:sp>
        <p:nvSpPr>
          <p:cNvPr id="9" name="algorithms">
            <a:extLst xmlns:a="http://schemas.openxmlformats.org/drawingml/2006/main">
              <a:ext uri="{FF2B5EF4-FFF2-40B4-BE49-F238E27FC236}">
                <a16:creationId xmlns:a16="http://schemas.microsoft.com/office/drawing/2014/main" id="{9884B448-7DC6-40A2-A8CD-A720D027D20F}"/>
              </a:ext>
            </a:extLst>
          </p:cNvPr>
          <p:cNvSpPr>
            <a:spLocks xmlns:a="http://schemas.openxmlformats.org/drawingml/2006/main" noGrp="1"/>
          </p:cNvSpPr>
          <p:nvPr/>
        </p:nvSpPr>
        <p:spPr>
          <a:xfrm xmlns:a="http://schemas.openxmlformats.org/drawingml/2006/main">
            <a:off x="533400" y="4238625"/>
            <a:ext cx="807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Joint PSO: tối ưu quỹ đạo và α, giữ BS cố định</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Full PSO / Full IPSO: tối ưu thêm vị trí BS</a:t>
            </a:r>
          </a:p>
        </p:txBody>
      </p:sp>
      <p:sp>
        <p:nvSpPr>
          <p:cNvPr id="10" name="initial-problem">
            <a:extLst xmlns:a="http://schemas.openxmlformats.org/drawingml/2006/main">
              <a:ext uri="{FF2B5EF4-FFF2-40B4-BE49-F238E27FC236}">
                <a16:creationId xmlns:a16="http://schemas.microsoft.com/office/drawing/2014/main" id="{A99B9995-5EF5-41C7-8B99-02F4427C6374}"/>
              </a:ext>
            </a:extLst>
          </p:cNvPr>
          <p:cNvSpPr>
            <a:spLocks xmlns:a="http://schemas.openxmlformats.org/drawingml/2006/main" noGrp="1"/>
          </p:cNvSpPr>
          <p:nvPr/>
        </p:nvSpPr>
        <p:spPr>
          <a:xfrm xmlns:a="http://schemas.openxmlformats.org/drawingml/2006/main">
            <a:off x="533400" y="526732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a:solidFill>
                  <a:srgbClr val="C00000"/>
                </a:solidFill>
                <a:latin typeface="Lato"/>
                <a:ea typeface="Lato"/>
                <a:cs typeface="Lato"/>
              </a:defRPr>
            </a:defPPr>
            <a:lvl1pPr algn="l">
              <a:defRPr sz="1800">
                <a:solidFill>
                  <a:srgbClr val="C00000"/>
                </a:solidFill>
                <a:latin typeface="Lato"/>
                <a:ea typeface="Lato"/>
                <a:cs typeface="Lato"/>
              </a:defRPr>
            </a:lvl1pPr>
            <a:lvl2pPr algn="l">
              <a:defRPr sz="1800">
                <a:solidFill>
                  <a:srgbClr val="C00000"/>
                </a:solidFill>
                <a:latin typeface="Lato"/>
                <a:ea typeface="Lato"/>
                <a:cs typeface="Lato"/>
              </a:defRPr>
            </a:lvl2pPr>
            <a:lvl3pPr algn="l">
              <a:defRPr sz="1800">
                <a:solidFill>
                  <a:srgbClr val="C00000"/>
                </a:solidFill>
                <a:latin typeface="Lato"/>
                <a:ea typeface="Lato"/>
                <a:cs typeface="Lato"/>
              </a:defRPr>
            </a:lvl3pPr>
            <a:lvl4pPr algn="l">
              <a:defRPr sz="1800">
                <a:solidFill>
                  <a:srgbClr val="C00000"/>
                </a:solidFill>
                <a:latin typeface="Lato"/>
                <a:ea typeface="Lato"/>
                <a:cs typeface="Lato"/>
              </a:defRPr>
            </a:lvl4pPr>
            <a:lvl5pPr algn="l">
              <a:defRPr sz="1800">
                <a:solidFill>
                  <a:srgbClr val="C00000"/>
                </a:solidFill>
                <a:latin typeface="Lato"/>
                <a:ea typeface="Lato"/>
                <a:cs typeface="Lato"/>
              </a:defRPr>
            </a:lvl5pPr>
            <a:lvl6pPr algn="l">
              <a:defRPr sz="1800">
                <a:solidFill>
                  <a:srgbClr val="C00000"/>
                </a:solidFill>
                <a:latin typeface="Lato"/>
                <a:ea typeface="Lato"/>
                <a:cs typeface="Lato"/>
              </a:defRPr>
            </a:lvl6pPr>
            <a:lvl7pPr algn="l">
              <a:defRPr sz="1800">
                <a:solidFill>
                  <a:srgbClr val="C00000"/>
                </a:solidFill>
                <a:latin typeface="Lato"/>
                <a:ea typeface="Lato"/>
                <a:cs typeface="Lato"/>
              </a:defRPr>
            </a:lvl7pPr>
            <a:lvl8pPr algn="l">
              <a:defRPr sz="1800">
                <a:solidFill>
                  <a:srgbClr val="C00000"/>
                </a:solidFill>
                <a:latin typeface="Lato"/>
                <a:ea typeface="Lato"/>
                <a:cs typeface="Lato"/>
              </a:defRPr>
            </a:lvl8pPr>
            <a:lvl9pPr algn="l">
              <a:defRPr sz="1800">
                <a:solidFill>
                  <a:srgbClr val="C00000"/>
                </a:solidFill>
                <a:latin typeface="Lato"/>
                <a:ea typeface="Lato"/>
                <a:cs typeface="Lato"/>
              </a:defRPr>
            </a:lvl9pPr>
          </a:lstStyle>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Khi L = 0, mục tiêu chỉ xét tổng bit trên năng lượng RF.</a:t>
            </a:r>
          </a:p>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Chưa yêu cầu mỗi user phải nhận đủ một lượng dữ liệu.</a:t>
            </a:r>
          </a:p>
        </p:txBody>
      </p:sp>
      <p:sp>
        <p:nvSpPr>
          <p:cNvPr id="11" name="energy-scope">
            <a:extLst xmlns:a="http://schemas.openxmlformats.org/drawingml/2006/main">
              <a:ext uri="{FF2B5EF4-FFF2-40B4-BE49-F238E27FC236}">
                <a16:creationId xmlns:a16="http://schemas.microsoft.com/office/drawing/2014/main" id="{7B11D136-C1D4-4C1D-A663-4838CE451353}"/>
              </a:ext>
            </a:extLst>
          </p:cNvPr>
          <p:cNvSpPr>
            <a:spLocks xmlns:a="http://schemas.openxmlformats.org/drawingml/2006/main" noGrp="1"/>
          </p:cNvSpPr>
          <p:nvPr/>
        </p:nvSpPr>
        <p:spPr>
          <a:xfrm xmlns:a="http://schemas.openxmlformats.org/drawingml/2006/main">
            <a:off x="533400" y="6019800"/>
            <a:ext cx="807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Chỉ tính RF phát xuống của UAV, chưa gồm năng lượng bay và mạch.</a:t>
            </a:r>
          </a:p>
        </p:txBody>
      </p:sp>
    </p:spTree>
    <p:extLst>
      <p:ext uri="{BB962C8B-B14F-4D97-AF65-F5344CB8AC3E}">
        <p14:creationId xmlns:p14="http://schemas.microsoft.com/office/powerpoint/2010/main" val="2923640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202359C0-8A7A-196E-DD58-8E6569619F09}" type="slidenum">
              <a:rPr sz="1050">
                <a:solidFill>
                  <a:srgbClr val="C00000"/>
                </a:solidFill>
                <a:latin typeface="Lato"/>
                <a:ea typeface="Lato"/>
                <a:cs typeface="Lato"/>
              </a:rPr>
              <a:t>3</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Công thức SWIPT và NOMA</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h-label">
            <a:extLst xmlns:a="http://schemas.openxmlformats.org/drawingml/2006/main">
              <a:ext uri="{FF2B5EF4-FFF2-40B4-BE49-F238E27FC236}">
                <a16:creationId xmlns:a16="http://schemas.microsoft.com/office/drawing/2014/main" id="{EA20FCD5-1942-41A3-A901-AE442878C9BC}"/>
              </a:ext>
            </a:extLst>
          </p:cNvPr>
          <p:cNvSpPr>
            <a:spLocks xmlns:a="http://schemas.openxmlformats.org/drawingml/2006/main" noGrp="1"/>
          </p:cNvSpPr>
          <p:nvPr/>
        </p:nvSpPr>
        <p:spPr>
          <a:xfrm xmlns:a="http://schemas.openxmlformats.org/drawingml/2006/main">
            <a:off x="533400" y="9620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CÔNG SUẤT UAV TỪ NĂNG LƯỢNG THU HOẠCH</a:t>
            </a:r>
          </a:p>
        </p:txBody>
      </p:sp>
      <p:pic>
        <p:nvPicPr>
          <p:cNvPr id="6" name="">
            <a:extLst xmlns:a="http://schemas.openxmlformats.org/drawingml/2006/main">
              <a:ext uri="{FF2B5EF4-FFF2-40B4-BE49-F238E27FC236}">
                <a16:creationId xmlns:a16="http://schemas.microsoft.com/office/drawing/2014/main" id="{E95A09A0-2EC1-43F6-88B5-FA4109A71331}"/>
              </a:ext>
            </a:extLst>
          </p:cNvPr>
          <p:cNvPicPr>
            <a:picLocks xmlns:a="http://schemas.openxmlformats.org/drawingml/2006/main" noChangeAspect="1"/>
          </p:cNvPicPr>
          <p:nvPr/>
        </p:nvPicPr>
        <p:blipFill>
          <a:blip xmlns:r="http://schemas.openxmlformats.org/officeDocument/2006/relationships" xmlns:a="http://schemas.openxmlformats.org/drawingml/2006/main" r:embed="R398ebb008b1b4f05">
            <a:extLst>
              <a:ext uri="{96DAC541-7B7A-43D3-8B79-37D633B846F1}">
                <asvg:svgBlip xmlns:asvg="http://schemas.microsoft.com/office/drawing/2016/SVG/main" r:embed="Rae4d2594f4aa4493"/>
              </a:ext>
            </a:extLst>
          </a:blip>
          <a:stretch xmlns:a="http://schemas.openxmlformats.org/drawingml/2006/main"/>
        </p:blipFill>
        <p:spPr>
          <a:xfrm xmlns:a="http://schemas.openxmlformats.org/drawingml/2006/main">
            <a:off x="533400" y="1362075"/>
            <a:ext cx="7810500" cy="581025"/>
          </a:xfrm>
          <a:prstGeom xmlns:a="http://schemas.openxmlformats.org/drawingml/2006/main" prst="rect">
            <a:avLst/>
          </a:prstGeom>
        </p:spPr>
      </p:pic>
      <p:sp>
        <p:nvSpPr>
          <p:cNvPr id="7" name="power-params">
            <a:extLst xmlns:a="http://schemas.openxmlformats.org/drawingml/2006/main">
              <a:ext uri="{FF2B5EF4-FFF2-40B4-BE49-F238E27FC236}">
                <a16:creationId xmlns:a16="http://schemas.microsoft.com/office/drawing/2014/main" id="{8BE4D2A8-D769-40C1-9B5F-7B0B35389655}"/>
              </a:ext>
            </a:extLst>
          </p:cNvPr>
          <p:cNvSpPr>
            <a:spLocks xmlns:a="http://schemas.openxmlformats.org/drawingml/2006/main" noGrp="1"/>
          </p:cNvSpPr>
          <p:nvPr/>
        </p:nvSpPr>
        <p:spPr>
          <a:xfrm xmlns:a="http://schemas.openxmlformats.org/drawingml/2006/main">
            <a:off x="533400" y="2019300"/>
            <a:ext cx="807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Hₙ = Σᵦ |hᵦₙ|²,    φ = η = 0,9,    P_BS = 46 dBm</a:t>
            </a:r>
          </a:p>
        </p:txBody>
      </p:sp>
      <p:sp>
        <p:nvSpPr>
          <p:cNvPr id="8" name="noma-label">
            <a:extLst xmlns:a="http://schemas.openxmlformats.org/drawingml/2006/main">
              <a:ext uri="{FF2B5EF4-FFF2-40B4-BE49-F238E27FC236}">
                <a16:creationId xmlns:a16="http://schemas.microsoft.com/office/drawing/2014/main" id="{3149DF3E-4ED4-4AB5-9471-6B820F16A95D}"/>
              </a:ext>
            </a:extLst>
          </p:cNvPr>
          <p:cNvSpPr>
            <a:spLocks xmlns:a="http://schemas.openxmlformats.org/drawingml/2006/main" noGrp="1"/>
          </p:cNvSpPr>
          <p:nvPr/>
        </p:nvSpPr>
        <p:spPr>
          <a:xfrm xmlns:a="http://schemas.openxmlformats.org/drawingml/2006/main">
            <a:off x="533400" y="24098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THỨ TỰ KÊNH YẾU ĐẾN MẠNH TRONG MỖI SLOT</a:t>
            </a:r>
          </a:p>
        </p:txBody>
      </p:sp>
      <p:pic>
        <p:nvPicPr>
          <p:cNvPr id="9" name="">
            <a:extLst xmlns:a="http://schemas.openxmlformats.org/drawingml/2006/main">
              <a:ext uri="{FF2B5EF4-FFF2-40B4-BE49-F238E27FC236}">
                <a16:creationId xmlns:a16="http://schemas.microsoft.com/office/drawing/2014/main" id="{955E55F2-6E01-463C-B859-D3C4B5F96BFE}"/>
              </a:ext>
            </a:extLst>
          </p:cNvPr>
          <p:cNvPicPr>
            <a:picLocks xmlns:a="http://schemas.openxmlformats.org/drawingml/2006/main" noChangeAspect="1"/>
          </p:cNvPicPr>
          <p:nvPr/>
        </p:nvPicPr>
        <p:blipFill>
          <a:blip xmlns:r="http://schemas.openxmlformats.org/officeDocument/2006/relationships" xmlns:a="http://schemas.openxmlformats.org/drawingml/2006/main" r:embed="Rd3fe1e1ae91e4ee7">
            <a:extLst>
              <a:ext uri="{96DAC541-7B7A-43D3-8B79-37D633B846F1}">
                <asvg:svgBlip xmlns:asvg="http://schemas.microsoft.com/office/drawing/2016/SVG/main" r:embed="Rc3558020ed894b69"/>
              </a:ext>
            </a:extLst>
          </a:blip>
          <a:stretch xmlns:a="http://schemas.openxmlformats.org/drawingml/2006/main"/>
        </p:blipFill>
        <p:spPr>
          <a:xfrm xmlns:a="http://schemas.openxmlformats.org/drawingml/2006/main">
            <a:off x="533400" y="2771775"/>
            <a:ext cx="7715250" cy="5810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F4FBC62-DC58-45E8-AEC7-B6840A532D14}"/>
              </a:ext>
            </a:extLst>
          </p:cNvPr>
          <p:cNvPicPr>
            <a:picLocks xmlns:a="http://schemas.openxmlformats.org/drawingml/2006/main" noChangeAspect="1"/>
          </p:cNvPicPr>
          <p:nvPr/>
        </p:nvPicPr>
        <p:blipFill>
          <a:blip xmlns:r="http://schemas.openxmlformats.org/officeDocument/2006/relationships" xmlns:a="http://schemas.openxmlformats.org/drawingml/2006/main" r:embed="R46ec4d3fbe26432c">
            <a:extLst>
              <a:ext uri="{96DAC541-7B7A-43D3-8B79-37D633B846F1}">
                <asvg:svgBlip xmlns:asvg="http://schemas.microsoft.com/office/drawing/2016/SVG/main" r:embed="Rd8b68ca0d98c470c"/>
              </a:ext>
            </a:extLst>
          </a:blip>
          <a:stretch xmlns:a="http://schemas.openxmlformats.org/drawingml/2006/main"/>
        </p:blipFill>
        <p:spPr>
          <a:xfrm xmlns:a="http://schemas.openxmlformats.org/drawingml/2006/main">
            <a:off x="533400" y="3371850"/>
            <a:ext cx="4762500" cy="5334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7BF3861-E92F-4CF7-AF15-A35224B8D196}"/>
              </a:ext>
            </a:extLst>
          </p:cNvPr>
          <p:cNvPicPr>
            <a:picLocks xmlns:a="http://schemas.openxmlformats.org/drawingml/2006/main" noChangeAspect="1"/>
          </p:cNvPicPr>
          <p:nvPr/>
        </p:nvPicPr>
        <p:blipFill>
          <a:blip xmlns:r="http://schemas.openxmlformats.org/officeDocument/2006/relationships" xmlns:a="http://schemas.openxmlformats.org/drawingml/2006/main" r:embed="Rae8e664edc214008">
            <a:extLst>
              <a:ext uri="{96DAC541-7B7A-43D3-8B79-37D633B846F1}">
                <asvg:svgBlip xmlns:asvg="http://schemas.microsoft.com/office/drawing/2016/SVG/main" r:embed="Rb756e7aeddfb495d"/>
              </a:ext>
            </a:extLst>
          </a:blip>
          <a:stretch xmlns:a="http://schemas.openxmlformats.org/drawingml/2006/main"/>
        </p:blipFill>
        <p:spPr>
          <a:xfrm xmlns:a="http://schemas.openxmlformats.org/drawingml/2006/main">
            <a:off x="533400" y="3962400"/>
            <a:ext cx="6572250" cy="5810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352BCB1-5A27-45FA-A8FC-27677AB3EAAB}"/>
              </a:ext>
            </a:extLst>
          </p:cNvPr>
          <p:cNvPicPr>
            <a:picLocks xmlns:a="http://schemas.openxmlformats.org/drawingml/2006/main" noChangeAspect="1"/>
          </p:cNvPicPr>
          <p:nvPr/>
        </p:nvPicPr>
        <p:blipFill>
          <a:blip xmlns:r="http://schemas.openxmlformats.org/officeDocument/2006/relationships" xmlns:a="http://schemas.openxmlformats.org/drawingml/2006/main" r:embed="R763640a452aa47c9">
            <a:extLst>
              <a:ext uri="{96DAC541-7B7A-43D3-8B79-37D633B846F1}">
                <asvg:svgBlip xmlns:asvg="http://schemas.microsoft.com/office/drawing/2016/SVG/main" r:embed="Rc737a995b15c40af"/>
              </a:ext>
            </a:extLst>
          </a:blip>
          <a:stretch xmlns:a="http://schemas.openxmlformats.org/drawingml/2006/main"/>
        </p:blipFill>
        <p:spPr>
          <a:xfrm xmlns:a="http://schemas.openxmlformats.org/drawingml/2006/main">
            <a:off x="533400" y="4695825"/>
            <a:ext cx="7096125" cy="428625"/>
          </a:xfrm>
          <a:prstGeom xmlns:a="http://schemas.openxmlformats.org/drawingml/2006/main" prst="rect">
            <a:avLst/>
          </a:prstGeom>
        </p:spPr>
      </p:pic>
      <p:sp>
        <p:nvSpPr>
          <p:cNvPr id="13" name="definitions">
            <a:extLst xmlns:a="http://schemas.openxmlformats.org/drawingml/2006/main">
              <a:ext uri="{FF2B5EF4-FFF2-40B4-BE49-F238E27FC236}">
                <a16:creationId xmlns:a16="http://schemas.microsoft.com/office/drawing/2014/main" id="{C70910EE-F900-4F75-82DE-CA1F2531EA6F}"/>
              </a:ext>
            </a:extLst>
          </p:cNvPr>
          <p:cNvSpPr>
            <a:spLocks xmlns:a="http://schemas.openxmlformats.org/drawingml/2006/main" noGrp="1"/>
          </p:cNvSpPr>
          <p:nvPr/>
        </p:nvSpPr>
        <p:spPr>
          <a:xfrm xmlns:a="http://schemas.openxmlformats.org/drawingml/2006/main">
            <a:off x="533400" y="5353050"/>
            <a:ext cx="8077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555555"/>
                </a:solidFill>
                <a:latin typeface="Lato"/>
                <a:ea typeface="Lato"/>
                <a:cs typeface="Lato"/>
              </a:defRPr>
            </a:defPPr>
            <a:lvl1pPr algn="l">
              <a:defRPr sz="1725">
                <a:solidFill>
                  <a:srgbClr val="555555"/>
                </a:solidFill>
                <a:latin typeface="Lato"/>
                <a:ea typeface="Lato"/>
                <a:cs typeface="Lato"/>
              </a:defRPr>
            </a:lvl1pPr>
            <a:lvl2pPr algn="l">
              <a:defRPr sz="1725">
                <a:solidFill>
                  <a:srgbClr val="555555"/>
                </a:solidFill>
                <a:latin typeface="Lato"/>
                <a:ea typeface="Lato"/>
                <a:cs typeface="Lato"/>
              </a:defRPr>
            </a:lvl2pPr>
            <a:lvl3pPr algn="l">
              <a:defRPr sz="1725">
                <a:solidFill>
                  <a:srgbClr val="555555"/>
                </a:solidFill>
                <a:latin typeface="Lato"/>
                <a:ea typeface="Lato"/>
                <a:cs typeface="Lato"/>
              </a:defRPr>
            </a:lvl3pPr>
            <a:lvl4pPr algn="l">
              <a:defRPr sz="1725">
                <a:solidFill>
                  <a:srgbClr val="555555"/>
                </a:solidFill>
                <a:latin typeface="Lato"/>
                <a:ea typeface="Lato"/>
                <a:cs typeface="Lato"/>
              </a:defRPr>
            </a:lvl4pPr>
            <a:lvl5pPr algn="l">
              <a:defRPr sz="1725">
                <a:solidFill>
                  <a:srgbClr val="555555"/>
                </a:solidFill>
                <a:latin typeface="Lato"/>
                <a:ea typeface="Lato"/>
                <a:cs typeface="Lato"/>
              </a:defRPr>
            </a:lvl5pPr>
            <a:lvl6pPr algn="l">
              <a:defRPr sz="1725">
                <a:solidFill>
                  <a:srgbClr val="555555"/>
                </a:solidFill>
                <a:latin typeface="Lato"/>
                <a:ea typeface="Lato"/>
                <a:cs typeface="Lato"/>
              </a:defRPr>
            </a:lvl6pPr>
            <a:lvl7pPr algn="l">
              <a:defRPr sz="1725">
                <a:solidFill>
                  <a:srgbClr val="555555"/>
                </a:solidFill>
                <a:latin typeface="Lato"/>
                <a:ea typeface="Lato"/>
                <a:cs typeface="Lato"/>
              </a:defRPr>
            </a:lvl7pPr>
            <a:lvl8pPr algn="l">
              <a:defRPr sz="1725">
                <a:solidFill>
                  <a:srgbClr val="555555"/>
                </a:solidFill>
                <a:latin typeface="Lato"/>
                <a:ea typeface="Lato"/>
                <a:cs typeface="Lato"/>
              </a:defRPr>
            </a:lvl8pPr>
            <a:lvl9pPr algn="l">
              <a:defRPr sz="1725">
                <a:solidFill>
                  <a:srgbClr val="555555"/>
                </a:solidFill>
                <a:latin typeface="Lato"/>
                <a:ea typeface="Lato"/>
                <a:cs typeface="Lato"/>
              </a:defRPr>
            </a:lvl9pPr>
          </a:lstStyle>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gₙᵢ là độ lợi kênh UAV–user. σ² là công suất nhiễu.</a:t>
            </a:r>
          </a:p>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SIC lý tưởng khử các tín hiệu của user yếu hơn.</a:t>
            </a:r>
          </a:p>
        </p:txBody>
      </p:sp>
    </p:spTree>
    <p:extLst>
      <p:ext uri="{BB962C8B-B14F-4D97-AF65-F5344CB8AC3E}">
        <p14:creationId xmlns:p14="http://schemas.microsoft.com/office/powerpoint/2010/main" val="2923640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FD6AB9A-5F9E-5F59-51AB-3C8734130965}" type="slidenum">
              <a:rPr sz="1050">
                <a:solidFill>
                  <a:srgbClr val="C00000"/>
                </a:solidFill>
                <a:latin typeface="Lato"/>
                <a:ea typeface="Lato"/>
                <a:cs typeface="Lato"/>
              </a:rPr>
              <a:t>4</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Vì sao α tối ưu bằng 0,2 khi L = 0?</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fixed-geometry">
            <a:extLst xmlns:a="http://schemas.openxmlformats.org/drawingml/2006/main">
              <a:ext uri="{FF2B5EF4-FFF2-40B4-BE49-F238E27FC236}">
                <a16:creationId xmlns:a16="http://schemas.microsoft.com/office/drawing/2014/main" id="{437CE52D-7110-4C45-8516-4693F677733E}"/>
              </a:ext>
            </a:extLst>
          </p:cNvPr>
          <p:cNvSpPr>
            <a:spLocks xmlns:a="http://schemas.openxmlformats.org/drawingml/2006/main" noGrp="1"/>
          </p:cNvSpPr>
          <p:nvPr/>
        </p:nvSpPr>
        <p:spPr>
          <a:xfrm xmlns:a="http://schemas.openxmlformats.org/drawingml/2006/main">
            <a:off x="533400" y="942975"/>
            <a:ext cx="8077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22222"/>
                </a:solidFill>
                <a:latin typeface="Lato"/>
                <a:ea typeface="Lato"/>
                <a:cs typeface="Lato"/>
              </a:defRPr>
            </a:defPPr>
            <a:lvl1pPr algn="l">
              <a:defRPr sz="1950" b="1">
                <a:solidFill>
                  <a:srgbClr val="222222"/>
                </a:solidFill>
                <a:latin typeface="Lato"/>
                <a:ea typeface="Lato"/>
                <a:cs typeface="Lato"/>
              </a:defRPr>
            </a:lvl1pPr>
            <a:lvl2pPr algn="l">
              <a:defRPr sz="1950" b="1">
                <a:solidFill>
                  <a:srgbClr val="222222"/>
                </a:solidFill>
                <a:latin typeface="Lato"/>
                <a:ea typeface="Lato"/>
                <a:cs typeface="Lato"/>
              </a:defRPr>
            </a:lvl2pPr>
            <a:lvl3pPr algn="l">
              <a:defRPr sz="1950" b="1">
                <a:solidFill>
                  <a:srgbClr val="222222"/>
                </a:solidFill>
                <a:latin typeface="Lato"/>
                <a:ea typeface="Lato"/>
                <a:cs typeface="Lato"/>
              </a:defRPr>
            </a:lvl3pPr>
            <a:lvl4pPr algn="l">
              <a:defRPr sz="1950" b="1">
                <a:solidFill>
                  <a:srgbClr val="222222"/>
                </a:solidFill>
                <a:latin typeface="Lato"/>
                <a:ea typeface="Lato"/>
                <a:cs typeface="Lato"/>
              </a:defRPr>
            </a:lvl4pPr>
            <a:lvl5pPr algn="l">
              <a:defRPr sz="1950" b="1">
                <a:solidFill>
                  <a:srgbClr val="222222"/>
                </a:solidFill>
                <a:latin typeface="Lato"/>
                <a:ea typeface="Lato"/>
                <a:cs typeface="Lato"/>
              </a:defRPr>
            </a:lvl5pPr>
            <a:lvl6pPr algn="l">
              <a:defRPr sz="1950" b="1">
                <a:solidFill>
                  <a:srgbClr val="222222"/>
                </a:solidFill>
                <a:latin typeface="Lato"/>
                <a:ea typeface="Lato"/>
                <a:cs typeface="Lato"/>
              </a:defRPr>
            </a:lvl6pPr>
            <a:lvl7pPr algn="l">
              <a:defRPr sz="1950" b="1">
                <a:solidFill>
                  <a:srgbClr val="222222"/>
                </a:solidFill>
                <a:latin typeface="Lato"/>
                <a:ea typeface="Lato"/>
                <a:cs typeface="Lato"/>
              </a:defRPr>
            </a:lvl7pPr>
            <a:lvl8pPr algn="l">
              <a:defRPr sz="1950" b="1">
                <a:solidFill>
                  <a:srgbClr val="222222"/>
                </a:solidFill>
                <a:latin typeface="Lato"/>
                <a:ea typeface="Lato"/>
                <a:cs typeface="Lato"/>
              </a:defRPr>
            </a:lvl8pPr>
            <a:lvl9pPr algn="l">
              <a:defRPr sz="1950" b="1">
                <a:solidFill>
                  <a:srgbClr val="222222"/>
                </a:solidFill>
                <a:latin typeface="Lato"/>
                <a:ea typeface="Lato"/>
                <a:cs typeface="Lato"/>
              </a:defRPr>
            </a:lvl9pPr>
          </a:lstStyle>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Giữ quỹ đạo và BS cố định: P không phụ thuộc α.</a:t>
            </a:r>
          </a:p>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Tối đa EE theo α tương đương tối đa tổng rate.</a:t>
            </a:r>
          </a:p>
        </p:txBody>
      </p:sp>
      <p:sp>
        <p:nvSpPr>
          <p:cNvPr id="6" name="tail-label">
            <a:extLst xmlns:a="http://schemas.openxmlformats.org/drawingml/2006/main">
              <a:ext uri="{FF2B5EF4-FFF2-40B4-BE49-F238E27FC236}">
                <a16:creationId xmlns:a16="http://schemas.microsoft.com/office/drawing/2014/main" id="{E657AA8C-EFFF-49AF-A139-AC21A78BEF0D}"/>
              </a:ext>
            </a:extLst>
          </p:cNvPr>
          <p:cNvSpPr>
            <a:spLocks xmlns:a="http://schemas.openxmlformats.org/drawingml/2006/main" noGrp="1"/>
          </p:cNvSpPr>
          <p:nvPr/>
        </p:nvSpPr>
        <p:spPr>
          <a:xfrm xmlns:a="http://schemas.openxmlformats.org/drawingml/2006/main">
            <a:off x="533400" y="183832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Xét một slot, đặt</a:t>
            </a:r>
          </a:p>
        </p:txBody>
      </p:sp>
      <p:pic>
        <p:nvPicPr>
          <p:cNvPr id="7" name="">
            <a:extLst xmlns:a="http://schemas.openxmlformats.org/drawingml/2006/main">
              <a:ext uri="{FF2B5EF4-FFF2-40B4-BE49-F238E27FC236}">
                <a16:creationId xmlns:a16="http://schemas.microsoft.com/office/drawing/2014/main" id="{1C84554A-AA28-4C8C-A053-45639D01A7CC}"/>
              </a:ext>
            </a:extLst>
          </p:cNvPr>
          <p:cNvPicPr>
            <a:picLocks xmlns:a="http://schemas.openxmlformats.org/drawingml/2006/main" noChangeAspect="1"/>
          </p:cNvPicPr>
          <p:nvPr/>
        </p:nvPicPr>
        <p:blipFill>
          <a:blip xmlns:r="http://schemas.openxmlformats.org/officeDocument/2006/relationships" xmlns:a="http://schemas.openxmlformats.org/drawingml/2006/main" r:embed="R5da95154c0fa40b5">
            <a:extLst>
              <a:ext uri="{96DAC541-7B7A-43D3-8B79-37D633B846F1}">
                <asvg:svgBlip xmlns:asvg="http://schemas.microsoft.com/office/drawing/2016/SVG/main" r:embed="Rc1f86f7ce6424a6d"/>
              </a:ext>
            </a:extLst>
          </a:blip>
          <a:stretch xmlns:a="http://schemas.openxmlformats.org/drawingml/2006/main"/>
        </p:blipFill>
        <p:spPr>
          <a:xfrm xmlns:a="http://schemas.openxmlformats.org/drawingml/2006/main">
            <a:off x="2857500" y="1743075"/>
            <a:ext cx="5048250" cy="6000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D6C502A-9F43-4953-BD08-D42C5252467A}"/>
              </a:ext>
            </a:extLst>
          </p:cNvPr>
          <p:cNvPicPr>
            <a:picLocks xmlns:a="http://schemas.openxmlformats.org/drawingml/2006/main" noChangeAspect="1"/>
          </p:cNvPicPr>
          <p:nvPr/>
        </p:nvPicPr>
        <p:blipFill>
          <a:blip xmlns:r="http://schemas.openxmlformats.org/officeDocument/2006/relationships" xmlns:a="http://schemas.openxmlformats.org/drawingml/2006/main" r:embed="Re1c0e6ca96ab4587">
            <a:extLst>
              <a:ext uri="{96DAC541-7B7A-43D3-8B79-37D633B846F1}">
                <asvg:svgBlip xmlns:asvg="http://schemas.microsoft.com/office/drawing/2016/SVG/main" r:embed="R40e27c874932416a"/>
              </a:ext>
            </a:extLst>
          </a:blip>
          <a:stretch xmlns:a="http://schemas.openxmlformats.org/drawingml/2006/main"/>
        </p:blipFill>
        <p:spPr>
          <a:xfrm xmlns:a="http://schemas.openxmlformats.org/drawingml/2006/main">
            <a:off x="533400" y="2543175"/>
            <a:ext cx="7810500" cy="685800"/>
          </a:xfrm>
          <a:prstGeom xmlns:a="http://schemas.openxmlformats.org/drawingml/2006/main" prst="rect">
            <a:avLst/>
          </a:prstGeom>
        </p:spPr>
      </p:pic>
      <p:sp>
        <p:nvSpPr>
          <p:cNvPr id="9" name="derivative-label">
            <a:extLst xmlns:a="http://schemas.openxmlformats.org/drawingml/2006/main">
              <a:ext uri="{FF2B5EF4-FFF2-40B4-BE49-F238E27FC236}">
                <a16:creationId xmlns:a16="http://schemas.microsoft.com/office/drawing/2014/main" id="{D54D1020-4F6C-47C6-8FE0-849E4B89A9F7}"/>
              </a:ext>
            </a:extLst>
          </p:cNvPr>
          <p:cNvSpPr>
            <a:spLocks xmlns:a="http://schemas.openxmlformats.org/drawingml/2006/main" noGrp="1"/>
          </p:cNvSpPr>
          <p:nvPr/>
        </p:nvSpPr>
        <p:spPr>
          <a:xfrm xmlns:a="http://schemas.openxmlformats.org/drawingml/2006/main">
            <a:off x="533400" y="339090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Mỗi hạng fᵢ tăng theo Sᵢ vì</a:t>
            </a:r>
          </a:p>
        </p:txBody>
      </p:sp>
      <p:pic>
        <p:nvPicPr>
          <p:cNvPr id="10" name="">
            <a:extLst xmlns:a="http://schemas.openxmlformats.org/drawingml/2006/main">
              <a:ext uri="{FF2B5EF4-FFF2-40B4-BE49-F238E27FC236}">
                <a16:creationId xmlns:a16="http://schemas.microsoft.com/office/drawing/2014/main" id="{8D235B5E-7D79-4AAF-A3C3-9872FBC5C4DF}"/>
              </a:ext>
            </a:extLst>
          </p:cNvPr>
          <p:cNvPicPr>
            <a:picLocks xmlns:a="http://schemas.openxmlformats.org/drawingml/2006/main" noChangeAspect="1"/>
          </p:cNvPicPr>
          <p:nvPr/>
        </p:nvPicPr>
        <p:blipFill>
          <a:blip xmlns:r="http://schemas.openxmlformats.org/officeDocument/2006/relationships" xmlns:a="http://schemas.openxmlformats.org/drawingml/2006/main" r:embed="Rf6f222db7e0c4202">
            <a:extLst>
              <a:ext uri="{96DAC541-7B7A-43D3-8B79-37D633B846F1}">
                <asvg:svgBlip xmlns:asvg="http://schemas.microsoft.com/office/drawing/2016/SVG/main" r:embed="R8464b5cbacb949d6"/>
              </a:ext>
            </a:extLst>
          </a:blip>
          <a:stretch xmlns:a="http://schemas.openxmlformats.org/drawingml/2006/main"/>
        </p:blipFill>
        <p:spPr>
          <a:xfrm xmlns:a="http://schemas.openxmlformats.org/drawingml/2006/main">
            <a:off x="533400" y="3733800"/>
            <a:ext cx="6858000" cy="542925"/>
          </a:xfrm>
          <a:prstGeom xmlns:a="http://schemas.openxmlformats.org/drawingml/2006/main" prst="rect">
            <a:avLst/>
          </a:prstGeom>
        </p:spPr>
      </p:pic>
      <p:sp>
        <p:nvSpPr>
          <p:cNvPr id="11" name="tail-bound">
            <a:extLst xmlns:a="http://schemas.openxmlformats.org/drawingml/2006/main">
              <a:ext uri="{FF2B5EF4-FFF2-40B4-BE49-F238E27FC236}">
                <a16:creationId xmlns:a16="http://schemas.microsoft.com/office/drawing/2014/main" id="{A8596E71-0A1E-42E4-8DEA-318C4DE79252}"/>
              </a:ext>
            </a:extLst>
          </p:cNvPr>
          <p:cNvSpPr>
            <a:spLocks xmlns:a="http://schemas.openxmlformats.org/drawingml/2006/main" noGrp="1"/>
          </p:cNvSpPr>
          <p:nvPr/>
        </p:nvSpPr>
        <p:spPr>
          <a:xfrm xmlns:a="http://schemas.openxmlformats.org/drawingml/2006/main">
            <a:off x="533400" y="42386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Ordering cho Sᵢ ≤ (6 − i)/5. αᵢ = 1/5 đạt mọi cận.</a:t>
            </a:r>
          </a:p>
        </p:txBody>
      </p:sp>
      <p:sp>
        <p:nvSpPr>
          <p:cNvPr id="12" name="conclusion">
            <a:extLst xmlns:a="http://schemas.openxmlformats.org/drawingml/2006/main">
              <a:ext uri="{FF2B5EF4-FFF2-40B4-BE49-F238E27FC236}">
                <a16:creationId xmlns:a16="http://schemas.microsoft.com/office/drawing/2014/main" id="{DDECBA83-991F-420B-ACB8-F138F2591ACC}"/>
              </a:ext>
            </a:extLst>
          </p:cNvPr>
          <p:cNvSpPr>
            <a:spLocks xmlns:a="http://schemas.openxmlformats.org/drawingml/2006/main" noGrp="1"/>
          </p:cNvSpPr>
          <p:nvPr/>
        </p:nvSpPr>
        <p:spPr>
          <a:xfrm xmlns:a="http://schemas.openxmlformats.org/drawingml/2006/main">
            <a:off x="533400" y="4819650"/>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00000"/>
                </a:solidFill>
                <a:latin typeface="Lato"/>
                <a:ea typeface="Lato"/>
                <a:cs typeface="Lato"/>
              </a:defRPr>
            </a:defPPr>
            <a:lvl1pPr algn="l">
              <a:defRPr sz="2250" b="1">
                <a:solidFill>
                  <a:srgbClr val="C00000"/>
                </a:solidFill>
                <a:latin typeface="Lato"/>
                <a:ea typeface="Lato"/>
                <a:cs typeface="Lato"/>
              </a:defRPr>
            </a:lvl1pPr>
            <a:lvl2pPr algn="l">
              <a:defRPr sz="2250" b="1">
                <a:solidFill>
                  <a:srgbClr val="C00000"/>
                </a:solidFill>
                <a:latin typeface="Lato"/>
                <a:ea typeface="Lato"/>
                <a:cs typeface="Lato"/>
              </a:defRPr>
            </a:lvl2pPr>
            <a:lvl3pPr algn="l">
              <a:defRPr sz="2250" b="1">
                <a:solidFill>
                  <a:srgbClr val="C00000"/>
                </a:solidFill>
                <a:latin typeface="Lato"/>
                <a:ea typeface="Lato"/>
                <a:cs typeface="Lato"/>
              </a:defRPr>
            </a:lvl3pPr>
            <a:lvl4pPr algn="l">
              <a:defRPr sz="2250" b="1">
                <a:solidFill>
                  <a:srgbClr val="C00000"/>
                </a:solidFill>
                <a:latin typeface="Lato"/>
                <a:ea typeface="Lato"/>
                <a:cs typeface="Lato"/>
              </a:defRPr>
            </a:lvl4pPr>
            <a:lvl5pPr algn="l">
              <a:defRPr sz="2250" b="1">
                <a:solidFill>
                  <a:srgbClr val="C00000"/>
                </a:solidFill>
                <a:latin typeface="Lato"/>
                <a:ea typeface="Lato"/>
                <a:cs typeface="Lato"/>
              </a:defRPr>
            </a:lvl5pPr>
            <a:lvl6pPr algn="l">
              <a:defRPr sz="2250" b="1">
                <a:solidFill>
                  <a:srgbClr val="C00000"/>
                </a:solidFill>
                <a:latin typeface="Lato"/>
                <a:ea typeface="Lato"/>
                <a:cs typeface="Lato"/>
              </a:defRPr>
            </a:lvl6pPr>
            <a:lvl7pPr algn="l">
              <a:defRPr sz="2250" b="1">
                <a:solidFill>
                  <a:srgbClr val="C00000"/>
                </a:solidFill>
                <a:latin typeface="Lato"/>
                <a:ea typeface="Lato"/>
                <a:cs typeface="Lato"/>
              </a:defRPr>
            </a:lvl7pPr>
            <a:lvl8pPr algn="l">
              <a:defRPr sz="2250" b="1">
                <a:solidFill>
                  <a:srgbClr val="C00000"/>
                </a:solidFill>
                <a:latin typeface="Lato"/>
                <a:ea typeface="Lato"/>
                <a:cs typeface="Lato"/>
              </a:defRPr>
            </a:lvl8pPr>
            <a:lvl9pPr algn="l">
              <a:defRPr sz="2250" b="1">
                <a:solidFill>
                  <a:srgbClr val="C00000"/>
                </a:solidFill>
                <a:latin typeface="Lato"/>
                <a:ea typeface="Lato"/>
                <a:cs typeface="Lato"/>
              </a:defRPr>
            </a:lvl9pPr>
          </a:lstStyle>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αᵢ = 0,2 tối đa tổng rate và EE RF</a:t>
            </a:r>
          </a:p>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tại cùng quỹ đạo, BS</a:t>
            </a:r>
          </a:p>
        </p:txBody>
      </p:sp>
      <p:sp>
        <p:nvSpPr>
          <p:cNvPr id="13" name="polish">
            <a:extLst xmlns:a="http://schemas.openxmlformats.org/drawingml/2006/main">
              <a:ext uri="{FF2B5EF4-FFF2-40B4-BE49-F238E27FC236}">
                <a16:creationId xmlns:a16="http://schemas.microsoft.com/office/drawing/2014/main" id="{104B2C2E-B238-4BB7-A48D-AE5110BA73F8}"/>
              </a:ext>
            </a:extLst>
          </p:cNvPr>
          <p:cNvSpPr>
            <a:spLocks xmlns:a="http://schemas.openxmlformats.org/drawingml/2006/main" noGrp="1"/>
          </p:cNvSpPr>
          <p:nvPr/>
        </p:nvSpPr>
        <p:spPr>
          <a:xfrm xmlns:a="http://schemas.openxmlformats.org/drawingml/2006/main">
            <a:off x="533400" y="5781675"/>
            <a:ext cx="8077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Polishing luôn thử α đều tại mỗi slot, giúp hai bản Full nhận nghiệm này.</a:t>
            </a:r>
          </a:p>
        </p:txBody>
      </p:sp>
    </p:spTree>
    <p:extLst>
      <p:ext uri="{BB962C8B-B14F-4D97-AF65-F5344CB8AC3E}">
        <p14:creationId xmlns:p14="http://schemas.microsoft.com/office/powerpoint/2010/main" val="2923640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E5B3003-2C54-13C6-9832-7637201064DE}" type="slidenum">
              <a:rPr sz="1050">
                <a:solidFill>
                  <a:srgbClr val="C00000"/>
                </a:solidFill>
                <a:latin typeface="Lato"/>
                <a:ea typeface="Lato"/>
                <a:cs typeface="Lato"/>
              </a:rPr>
              <a:t>5</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Đồ thị α trước khi thêm L</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26804353-D9B8-4D4A-9442-CCEBD6CD2826}"/>
              </a:ext>
            </a:extLst>
          </p:cNvPr>
          <p:cNvPicPr>
            <a:picLocks xmlns:a="http://schemas.openxmlformats.org/drawingml/2006/main" noChangeAspect="1"/>
          </p:cNvPicPr>
          <p:nvPr/>
        </p:nvPicPr>
        <p:blipFill>
          <a:blip xmlns:r="http://schemas.openxmlformats.org/officeDocument/2006/relationships" xmlns:a="http://schemas.openxmlformats.org/drawingml/2006/main" r:embed="Rb22f02c0e11f48c1"/>
          <a:stretch xmlns:a="http://schemas.openxmlformats.org/drawingml/2006/main"/>
        </p:blipFill>
        <p:spPr>
          <a:xfrm xmlns:a="http://schemas.openxmlformats.org/drawingml/2006/main">
            <a:off x="878108" y="895350"/>
            <a:ext cx="7387785" cy="4819650"/>
          </a:xfrm>
          <a:prstGeom xmlns:a="http://schemas.openxmlformats.org/drawingml/2006/main" prst="rect">
            <a:avLst/>
          </a:prstGeom>
        </p:spPr>
      </p:pic>
      <p:sp>
        <p:nvSpPr>
          <p:cNvPr id="6" name="figure-caption">
            <a:extLst xmlns:a="http://schemas.openxmlformats.org/drawingml/2006/main">
              <a:ext uri="{FF2B5EF4-FFF2-40B4-BE49-F238E27FC236}">
                <a16:creationId xmlns:a16="http://schemas.microsoft.com/office/drawing/2014/main" id="{341D6C1D-F0BD-469D-BCEF-F7CE448F9C03}"/>
              </a:ext>
            </a:extLst>
          </p:cNvPr>
          <p:cNvSpPr>
            <a:spLocks xmlns:a="http://schemas.openxmlformats.org/drawingml/2006/main" noGrp="1"/>
          </p:cNvSpPr>
          <p:nvPr/>
        </p:nvSpPr>
        <p:spPr>
          <a:xfrm xmlns:a="http://schemas.openxmlformats.org/drawingml/2006/main">
            <a:off x="533400" y="58007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L = 0: hai bản Full đạt gần 0,2 sau polishing. Joint PSO còn lệch.</a:t>
            </a:r>
          </a:p>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Hình thể hiện α trung bình theo slot của từng user.</a:t>
            </a:r>
          </a:p>
        </p:txBody>
      </p:sp>
    </p:spTree>
    <p:extLst>
      <p:ext uri="{BB962C8B-B14F-4D97-AF65-F5344CB8AC3E}">
        <p14:creationId xmlns:p14="http://schemas.microsoft.com/office/powerpoint/2010/main" val="2923640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8C630A04-5A25-9E0C-9436-126091DB86B3}" type="slidenum">
              <a:rPr sz="1050">
                <a:solidFill>
                  <a:srgbClr val="C00000"/>
                </a:solidFill>
                <a:latin typeface="Lato"/>
                <a:ea typeface="Lato"/>
                <a:cs typeface="Lato"/>
              </a:rPr>
              <a:t>6</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Thêm giới hạn dữ liệu L bit/user</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D290477C-4E8E-48DA-9813-ADAFB288C6FF}"/>
              </a:ext>
            </a:extLst>
          </p:cNvPr>
          <p:cNvPicPr>
            <a:picLocks xmlns:a="http://schemas.openxmlformats.org/drawingml/2006/main" noChangeAspect="1"/>
          </p:cNvPicPr>
          <p:nvPr/>
        </p:nvPicPr>
        <p:blipFill>
          <a:blip xmlns:r="http://schemas.openxmlformats.org/officeDocument/2006/relationships" xmlns:a="http://schemas.openxmlformats.org/drawingml/2006/main" r:embed="Rbf9f1fcaccd84a33">
            <a:extLst>
              <a:ext uri="{96DAC541-7B7A-43D3-8B79-37D633B846F1}">
                <asvg:svgBlip xmlns:asvg="http://schemas.microsoft.com/office/drawing/2016/SVG/main" r:embed="R73fff585d6604993"/>
              </a:ext>
            </a:extLst>
          </a:blip>
          <a:stretch xmlns:a="http://schemas.openxmlformats.org/drawingml/2006/main"/>
        </p:blipFill>
        <p:spPr>
          <a:xfrm xmlns:a="http://schemas.openxmlformats.org/drawingml/2006/main">
            <a:off x="533400" y="1019175"/>
            <a:ext cx="7858125" cy="676275"/>
          </a:xfrm>
          <a:prstGeom xmlns:a="http://schemas.openxmlformats.org/drawingml/2006/main" prst="rect">
            <a:avLst/>
          </a:prstGeom>
        </p:spPr>
      </p:pic>
      <p:sp>
        <p:nvSpPr>
          <p:cNvPr id="6" name="meaning">
            <a:extLst xmlns:a="http://schemas.openxmlformats.org/drawingml/2006/main">
              <a:ext uri="{FF2B5EF4-FFF2-40B4-BE49-F238E27FC236}">
                <a16:creationId xmlns:a16="http://schemas.microsoft.com/office/drawing/2014/main" id="{A0A2C950-5920-40B5-BB36-6183ABF31F13}"/>
              </a:ext>
            </a:extLst>
          </p:cNvPr>
          <p:cNvSpPr>
            <a:spLocks xmlns:a="http://schemas.openxmlformats.org/drawingml/2006/main" noGrp="1"/>
          </p:cNvSpPr>
          <p:nvPr/>
        </p:nvSpPr>
        <p:spPr>
          <a:xfrm xmlns:a="http://schemas.openxmlformats.org/drawingml/2006/main">
            <a:off x="533400" y="1781175"/>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L là tổng dữ liệu tối thiểu mỗi user nhận trong cả chuyến bay.</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Các mức thử: 1 / 1,5 / 2 / 3 / 4 / 4,2 Mbit/user.</a:t>
            </a:r>
          </a:p>
        </p:txBody>
      </p:sp>
      <p:sp>
        <p:nvSpPr>
          <p:cNvPr id="7" name="fitness-label">
            <a:extLst xmlns:a="http://schemas.openxmlformats.org/drawingml/2006/main">
              <a:ext uri="{FF2B5EF4-FFF2-40B4-BE49-F238E27FC236}">
                <a16:creationId xmlns:a16="http://schemas.microsoft.com/office/drawing/2014/main" id="{F16BAF4A-626B-4CD3-9E16-50F364DAB3FA}"/>
              </a:ext>
            </a:extLst>
          </p:cNvPr>
          <p:cNvSpPr>
            <a:spLocks xmlns:a="http://schemas.openxmlformats.org/drawingml/2006/main" noGrp="1"/>
          </p:cNvSpPr>
          <p:nvPr/>
        </p:nvSpPr>
        <p:spPr>
          <a:xfrm xmlns:a="http://schemas.openxmlformats.org/drawingml/2006/main">
            <a:off x="533400" y="2838450"/>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CÁCH XẾP HẠNG NGHIỆM TRONG CODE</a:t>
            </a:r>
          </a:p>
        </p:txBody>
      </p:sp>
      <p:sp>
        <p:nvSpPr>
          <p:cNvPr id="8" name="fitness-feasible">
            <a:extLst xmlns:a="http://schemas.openxmlformats.org/drawingml/2006/main">
              <a:ext uri="{FF2B5EF4-FFF2-40B4-BE49-F238E27FC236}">
                <a16:creationId xmlns:a16="http://schemas.microsoft.com/office/drawing/2014/main" id="{5D9A4B8E-DBE8-4226-88F0-98A8A98B6D8A}"/>
              </a:ext>
            </a:extLst>
          </p:cNvPr>
          <p:cNvSpPr>
            <a:spLocks xmlns:a="http://schemas.openxmlformats.org/drawingml/2006/main" noGrp="1"/>
          </p:cNvSpPr>
          <p:nvPr/>
        </p:nvSpPr>
        <p:spPr>
          <a:xfrm xmlns:a="http://schemas.openxmlformats.org/drawingml/2006/main">
            <a:off x="533400" y="3276600"/>
            <a:ext cx="807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22222"/>
                </a:solidFill>
                <a:latin typeface="Lato"/>
                <a:ea typeface="Lato"/>
                <a:cs typeface="Lato"/>
              </a:defRPr>
            </a:defPPr>
            <a:lvl1pPr algn="l">
              <a:defRPr sz="2025" b="1">
                <a:solidFill>
                  <a:srgbClr val="222222"/>
                </a:solidFill>
                <a:latin typeface="Lato"/>
                <a:ea typeface="Lato"/>
                <a:cs typeface="Lato"/>
              </a:defRPr>
            </a:lvl1pPr>
            <a:lvl2pPr algn="l">
              <a:defRPr sz="2025" b="1">
                <a:solidFill>
                  <a:srgbClr val="222222"/>
                </a:solidFill>
                <a:latin typeface="Lato"/>
                <a:ea typeface="Lato"/>
                <a:cs typeface="Lato"/>
              </a:defRPr>
            </a:lvl2pPr>
            <a:lvl3pPr algn="l">
              <a:defRPr sz="2025" b="1">
                <a:solidFill>
                  <a:srgbClr val="222222"/>
                </a:solidFill>
                <a:latin typeface="Lato"/>
                <a:ea typeface="Lato"/>
                <a:cs typeface="Lato"/>
              </a:defRPr>
            </a:lvl3pPr>
            <a:lvl4pPr algn="l">
              <a:defRPr sz="2025" b="1">
                <a:solidFill>
                  <a:srgbClr val="222222"/>
                </a:solidFill>
                <a:latin typeface="Lato"/>
                <a:ea typeface="Lato"/>
                <a:cs typeface="Lato"/>
              </a:defRPr>
            </a:lvl4pPr>
            <a:lvl5pPr algn="l">
              <a:defRPr sz="2025" b="1">
                <a:solidFill>
                  <a:srgbClr val="222222"/>
                </a:solidFill>
                <a:latin typeface="Lato"/>
                <a:ea typeface="Lato"/>
                <a:cs typeface="Lato"/>
              </a:defRPr>
            </a:lvl5pPr>
            <a:lvl6pPr algn="l">
              <a:defRPr sz="2025" b="1">
                <a:solidFill>
                  <a:srgbClr val="222222"/>
                </a:solidFill>
                <a:latin typeface="Lato"/>
                <a:ea typeface="Lato"/>
                <a:cs typeface="Lato"/>
              </a:defRPr>
            </a:lvl6pPr>
            <a:lvl7pPr algn="l">
              <a:defRPr sz="2025" b="1">
                <a:solidFill>
                  <a:srgbClr val="222222"/>
                </a:solidFill>
                <a:latin typeface="Lato"/>
                <a:ea typeface="Lato"/>
                <a:cs typeface="Lato"/>
              </a:defRPr>
            </a:lvl7pPr>
            <a:lvl8pPr algn="l">
              <a:defRPr sz="2025" b="1">
                <a:solidFill>
                  <a:srgbClr val="222222"/>
                </a:solidFill>
                <a:latin typeface="Lato"/>
                <a:ea typeface="Lato"/>
                <a:cs typeface="Lato"/>
              </a:defRPr>
            </a:lvl8pPr>
            <a:lvl9pPr algn="l">
              <a:defRPr sz="2025" b="1">
                <a:solidFill>
                  <a:srgbClr val="222222"/>
                </a:solidFill>
                <a:latin typeface="Lato"/>
                <a:ea typeface="Lato"/>
                <a:cs typeface="Lato"/>
              </a:defRPr>
            </a:lvl9pPr>
          </a:lstStyle>
          <a:p xmlns:a="http://schemas.openxmlformats.org/drawingml/2006/main">
            <a:pPr algn="l">
              <a:defRPr sz="2025" b="1">
                <a:solidFill>
                  <a:srgbClr val="222222"/>
                </a:solidFill>
                <a:latin typeface="Lato"/>
                <a:ea typeface="Lato"/>
                <a:cs typeface="Lato"/>
              </a:defRPr>
            </a:pPr>
            <a:r>
              <a:rPr sz="2025" b="1">
                <a:solidFill>
                  <a:srgbClr val="222222"/>
                </a:solidFill>
                <a:latin typeface="Lato"/>
                <a:ea typeface="Lato"/>
                <a:cs typeface="Lato"/>
              </a:rPr>
              <a:t>Đạt mọi ràng buộc:     fitness = EE_RF</a:t>
            </a:r>
          </a:p>
        </p:txBody>
      </p:sp>
      <p:sp>
        <p:nvSpPr>
          <p:cNvPr id="9" name="fitness-infeasible-label">
            <a:extLst xmlns:a="http://schemas.openxmlformats.org/drawingml/2006/main">
              <a:ext uri="{FF2B5EF4-FFF2-40B4-BE49-F238E27FC236}">
                <a16:creationId xmlns:a16="http://schemas.microsoft.com/office/drawing/2014/main" id="{3CAF3BCD-1E7B-4D85-82EB-F4AA3F080CBD}"/>
              </a:ext>
            </a:extLst>
          </p:cNvPr>
          <p:cNvSpPr>
            <a:spLocks xmlns:a="http://schemas.openxmlformats.org/drawingml/2006/main" noGrp="1"/>
          </p:cNvSpPr>
          <p:nvPr/>
        </p:nvSpPr>
        <p:spPr>
          <a:xfrm xmlns:a="http://schemas.openxmlformats.org/drawingml/2006/main">
            <a:off x="533400" y="40195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Thiếu dữ liệu:</a:t>
            </a:r>
          </a:p>
        </p:txBody>
      </p:sp>
      <p:pic>
        <p:nvPicPr>
          <p:cNvPr id="10" name="">
            <a:extLst xmlns:a="http://schemas.openxmlformats.org/drawingml/2006/main">
              <a:ext uri="{FF2B5EF4-FFF2-40B4-BE49-F238E27FC236}">
                <a16:creationId xmlns:a16="http://schemas.microsoft.com/office/drawing/2014/main" id="{194D3009-51B5-431B-9196-21A6BFC06E2D}"/>
              </a:ext>
            </a:extLst>
          </p:cNvPr>
          <p:cNvPicPr>
            <a:picLocks xmlns:a="http://schemas.openxmlformats.org/drawingml/2006/main" noChangeAspect="1"/>
          </p:cNvPicPr>
          <p:nvPr/>
        </p:nvPicPr>
        <p:blipFill>
          <a:blip xmlns:r="http://schemas.openxmlformats.org/officeDocument/2006/relationships" xmlns:a="http://schemas.openxmlformats.org/drawingml/2006/main" r:embed="Ra280e2cf3c6a4cb7">
            <a:extLst>
              <a:ext uri="{96DAC541-7B7A-43D3-8B79-37D633B846F1}">
                <asvg:svgBlip xmlns:asvg="http://schemas.microsoft.com/office/drawing/2016/SVG/main" r:embed="R2411c1e019084c73"/>
              </a:ext>
            </a:extLst>
          </a:blip>
          <a:stretch xmlns:a="http://schemas.openxmlformats.org/drawingml/2006/main"/>
        </p:blipFill>
        <p:spPr>
          <a:xfrm xmlns:a="http://schemas.openxmlformats.org/drawingml/2006/main">
            <a:off x="2838450" y="3819525"/>
            <a:ext cx="5324475" cy="733425"/>
          </a:xfrm>
          <a:prstGeom xmlns:a="http://schemas.openxmlformats.org/drawingml/2006/main" prst="rect">
            <a:avLst/>
          </a:prstGeom>
        </p:spPr>
      </p:pic>
      <p:sp>
        <p:nvSpPr>
          <p:cNvPr id="11" name="alpha-after-qos">
            <a:extLst xmlns:a="http://schemas.openxmlformats.org/drawingml/2006/main">
              <a:ext uri="{FF2B5EF4-FFF2-40B4-BE49-F238E27FC236}">
                <a16:creationId xmlns:a16="http://schemas.microsoft.com/office/drawing/2014/main" id="{FDA1D46A-8BDA-42C1-B701-375A8B59F57B}"/>
              </a:ext>
            </a:extLst>
          </p:cNvPr>
          <p:cNvSpPr>
            <a:spLocks xmlns:a="http://schemas.openxmlformats.org/drawingml/2006/main" noGrp="1"/>
          </p:cNvSpPr>
          <p:nvPr/>
        </p:nvSpPr>
        <p:spPr>
          <a:xfrm xmlns:a="http://schemas.openxmlformats.org/drawingml/2006/main">
            <a:off x="533400" y="4724400"/>
            <a:ext cx="8077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Nếu α đều vẫn đáp ứng L, nghiệm đều vẫn tối ưu theo α</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tại cùng hình học. Khi ràng buộc dữ liệu loại nghiệm đều,</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bài toán có thể cần đổi α hoặc quỹ đạo, BS.</a:t>
            </a:r>
          </a:p>
        </p:txBody>
      </p:sp>
      <p:sp>
        <p:nvSpPr>
          <p:cNvPr id="12" name="units">
            <a:extLst xmlns:a="http://schemas.openxmlformats.org/drawingml/2006/main">
              <a:ext uri="{FF2B5EF4-FFF2-40B4-BE49-F238E27FC236}">
                <a16:creationId xmlns:a16="http://schemas.microsoft.com/office/drawing/2014/main" id="{F9E71240-7F71-40ED-A529-6B1D760DE8C9}"/>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Điểm phạt âm xếp hạng phần thiếu dữ liệu. Đây không phải giá trị EE.</a:t>
            </a:r>
          </a:p>
        </p:txBody>
      </p:sp>
    </p:spTree>
    <p:extLst>
      <p:ext uri="{BB962C8B-B14F-4D97-AF65-F5344CB8AC3E}">
        <p14:creationId xmlns:p14="http://schemas.microsoft.com/office/powerpoint/2010/main" val="2923640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D3D7D1C8-AE23-AA48-DF65-C742588DBE47}" type="slidenum">
              <a:rPr sz="1050">
                <a:solidFill>
                  <a:srgbClr val="C00000"/>
                </a:solidFill>
                <a:latin typeface="Lato"/>
                <a:ea typeface="Lato"/>
                <a:cs typeface="Lato"/>
              </a:rPr>
              <a:t>7</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Kết quả theo L: hiệu quả năng lượng</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e-units">
            <a:extLst xmlns:a="http://schemas.openxmlformats.org/drawingml/2006/main">
              <a:ext uri="{FF2B5EF4-FFF2-40B4-BE49-F238E27FC236}">
                <a16:creationId xmlns:a16="http://schemas.microsoft.com/office/drawing/2014/main" id="{9753B2E2-0AAF-451B-87EE-9CF59BD97C5F}"/>
              </a:ext>
            </a:extLst>
          </p:cNvPr>
          <p:cNvSpPr>
            <a:spLocks xmlns:a="http://schemas.openxmlformats.org/drawingml/2006/main" noGrp="1"/>
          </p:cNvSpPr>
          <p:nvPr/>
        </p:nvSpPr>
        <p:spPr>
          <a:xfrm xmlns:a="http://schemas.openxmlformats.org/drawingml/2006/main">
            <a:off x="533400" y="100965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EE_RF, đơn vị 10¹² bit/J. Seed 3486784401.</a:t>
            </a:r>
          </a:p>
        </p:txBody>
      </p:sp>
      <p:graphicFrame>
        <p:nvGraphicFramePr>
          <p:cNvPr id="6" name="EE_summary">
            <a:extLst xmlns:a="http://schemas.openxmlformats.org/drawingml/2006/main">
              <a:ext uri="{FF2B5EF4-FFF2-40B4-BE49-F238E27FC236}">
                <a16:creationId xmlns:a16="http://schemas.microsoft.com/office/drawing/2014/main" id="{097CC5F1-0803-439F-9AD2-6DA11481EA6A}"/>
              </a:ext>
            </a:extLst>
          </p:cNvPr>
          <p:cNvGraphicFramePr/>
          <p:nvPr/>
        </p:nvGraphicFramePr>
        <p:xfrm>
          <a:off xmlns:a="http://schemas.openxmlformats.org/drawingml/2006/main" x="533400" y="1581150"/>
          <a:ext xmlns:a="http://schemas.openxmlformats.org/drawingml/2006/main" cx="8077200" cy="3429000"/>
        </p:xfrm>
        <a:graphic xmlns:a="http://schemas.openxmlformats.org/drawingml/2006/main">
          <a:graphicData uri="http://schemas.openxmlformats.org/drawingml/2006/table">
            <a:tbl>
              <a:tblPr/>
              <a:tblGrid>
                <a:gridCol w="1504950"/>
                <a:gridCol w="2190750"/>
                <a:gridCol w="2190750"/>
                <a:gridCol w="2190750"/>
              </a:tblGrid>
              <a:tr h="489857">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89857">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13,103</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11,834</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11,660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8,973</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10,911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11,813</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7,061</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8,338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11,064</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4,357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5,271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7,989</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4,576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1,992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7,153</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4,278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2,257</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5,907</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ee-legend">
            <a:extLst xmlns:a="http://schemas.openxmlformats.org/drawingml/2006/main">
              <a:ext uri="{FF2B5EF4-FFF2-40B4-BE49-F238E27FC236}">
                <a16:creationId xmlns:a16="http://schemas.microsoft.com/office/drawing/2014/main" id="{09CBD2A9-6CE1-469C-B4EF-F04E97A366C3}"/>
              </a:ext>
            </a:extLst>
          </p:cNvPr>
          <p:cNvSpPr>
            <a:spLocks xmlns:a="http://schemas.openxmlformats.org/drawingml/2006/main" noGrp="1"/>
          </p:cNvSpPr>
          <p:nvPr/>
        </p:nvSpPr>
        <p:spPr>
          <a:xfrm xmlns:a="http://schemas.openxmlformats.org/drawingml/2006/main">
            <a:off x="533400" y="5248275"/>
            <a:ext cx="807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L. EE của nghiệm này chỉ dùng để chẩn đoán.</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Số đỏ: EE cao nhất trong các nghiệm đạt yêu cầu ở cùng mức L.</a:t>
            </a:r>
          </a:p>
        </p:txBody>
      </p:sp>
      <p:sp>
        <p:nvSpPr>
          <p:cNvPr id="8" name="ee-finding">
            <a:extLst xmlns:a="http://schemas.openxmlformats.org/drawingml/2006/main">
              <a:ext uri="{FF2B5EF4-FFF2-40B4-BE49-F238E27FC236}">
                <a16:creationId xmlns:a16="http://schemas.microsoft.com/office/drawing/2014/main" id="{DCC353BE-1B5B-4411-B8CA-D20EA25A8E9C}"/>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00000"/>
                </a:solidFill>
                <a:latin typeface="Lato"/>
                <a:ea typeface="Lato"/>
                <a:cs typeface="Lato"/>
              </a:defRPr>
            </a:defPPr>
            <a:lvl1pPr algn="l">
              <a:defRPr sz="1650" b="1">
                <a:solidFill>
                  <a:srgbClr val="C00000"/>
                </a:solidFill>
                <a:latin typeface="Lato"/>
                <a:ea typeface="Lato"/>
                <a:cs typeface="Lato"/>
              </a:defRPr>
            </a:lvl1pPr>
            <a:lvl2pPr algn="l">
              <a:defRPr sz="1650" b="1">
                <a:solidFill>
                  <a:srgbClr val="C00000"/>
                </a:solidFill>
                <a:latin typeface="Lato"/>
                <a:ea typeface="Lato"/>
                <a:cs typeface="Lato"/>
              </a:defRPr>
            </a:lvl2pPr>
            <a:lvl3pPr algn="l">
              <a:defRPr sz="1650" b="1">
                <a:solidFill>
                  <a:srgbClr val="C00000"/>
                </a:solidFill>
                <a:latin typeface="Lato"/>
                <a:ea typeface="Lato"/>
                <a:cs typeface="Lato"/>
              </a:defRPr>
            </a:lvl3pPr>
            <a:lvl4pPr algn="l">
              <a:defRPr sz="1650" b="1">
                <a:solidFill>
                  <a:srgbClr val="C00000"/>
                </a:solidFill>
                <a:latin typeface="Lato"/>
                <a:ea typeface="Lato"/>
                <a:cs typeface="Lato"/>
              </a:defRPr>
            </a:lvl4pPr>
            <a:lvl5pPr algn="l">
              <a:defRPr sz="1650" b="1">
                <a:solidFill>
                  <a:srgbClr val="C00000"/>
                </a:solidFill>
                <a:latin typeface="Lato"/>
                <a:ea typeface="Lato"/>
                <a:cs typeface="Lato"/>
              </a:defRPr>
            </a:lvl5pPr>
            <a:lvl6pPr algn="l">
              <a:defRPr sz="1650" b="1">
                <a:solidFill>
                  <a:srgbClr val="C00000"/>
                </a:solidFill>
                <a:latin typeface="Lato"/>
                <a:ea typeface="Lato"/>
                <a:cs typeface="Lato"/>
              </a:defRPr>
            </a:lvl6pPr>
            <a:lvl7pPr algn="l">
              <a:defRPr sz="1650" b="1">
                <a:solidFill>
                  <a:srgbClr val="C00000"/>
                </a:solidFill>
                <a:latin typeface="Lato"/>
                <a:ea typeface="Lato"/>
                <a:cs typeface="Lato"/>
              </a:defRPr>
            </a:lvl7pPr>
            <a:lvl8pPr algn="l">
              <a:defRPr sz="1650" b="1">
                <a:solidFill>
                  <a:srgbClr val="C00000"/>
                </a:solidFill>
                <a:latin typeface="Lato"/>
                <a:ea typeface="Lato"/>
                <a:cs typeface="Lato"/>
              </a:defRPr>
            </a:lvl8pPr>
            <a:lvl9pPr algn="l">
              <a:defRPr sz="1650" b="1">
                <a:solidFill>
                  <a:srgbClr val="C00000"/>
                </a:solidFill>
                <a:latin typeface="Lato"/>
                <a:ea typeface="Lato"/>
                <a:cs typeface="Lato"/>
              </a:defRPr>
            </a:lvl9pPr>
          </a:lstStyle>
          <a:p xmlns:a="http://schemas.openxmlformats.org/drawingml/2006/main">
            <a:pPr algn="l">
              <a:defRPr sz="1650" b="1">
                <a:solidFill>
                  <a:srgbClr val="C00000"/>
                </a:solidFill>
                <a:latin typeface="Lato"/>
                <a:ea typeface="Lato"/>
                <a:cs typeface="Lato"/>
              </a:defRPr>
            </a:pPr>
            <a:r>
              <a:rPr sz="1650" b="1">
                <a:solidFill>
                  <a:srgbClr val="C00000"/>
                </a:solidFill>
                <a:latin typeface="Lato"/>
                <a:ea typeface="Lato"/>
                <a:cs typeface="Lato"/>
              </a:rPr>
              <a:t>Full IPSO có EE cao nhất ở 5/6 mức L đã thử.</a:t>
            </a:r>
          </a:p>
        </p:txBody>
      </p:sp>
    </p:spTree>
    <p:extLst>
      <p:ext uri="{BB962C8B-B14F-4D97-AF65-F5344CB8AC3E}">
        <p14:creationId xmlns:p14="http://schemas.microsoft.com/office/powerpoint/2010/main" val="2923640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BA58DA2A-B818-18A9-29C1-B697728D5BCE}" type="slidenum">
              <a:rPr sz="1050">
                <a:solidFill>
                  <a:srgbClr val="C00000"/>
                </a:solidFill>
                <a:latin typeface="Lato"/>
                <a:ea typeface="Lato"/>
                <a:cs typeface="Lato"/>
              </a:rPr>
              <a:t>8</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Mức dữ liệu tối thiểu và trạng thái α</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min-units">
            <a:extLst xmlns:a="http://schemas.openxmlformats.org/drawingml/2006/main">
              <a:ext uri="{FF2B5EF4-FFF2-40B4-BE49-F238E27FC236}">
                <a16:creationId xmlns:a16="http://schemas.microsoft.com/office/drawing/2014/main" id="{67FB839D-EF24-4C51-968C-C92E9783538F}"/>
              </a:ext>
            </a:extLst>
          </p:cNvPr>
          <p:cNvSpPr>
            <a:spLocks xmlns:a="http://schemas.openxmlformats.org/drawingml/2006/main" noGrp="1"/>
          </p:cNvSpPr>
          <p:nvPr/>
        </p:nvSpPr>
        <p:spPr>
          <a:xfrm xmlns:a="http://schemas.openxmlformats.org/drawingml/2006/main">
            <a:off x="533400" y="1000125"/>
            <a:ext cx="807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minₖ Dₖ, đơn vị Mbit/user, cùng sáu lần chạy</a:t>
            </a:r>
          </a:p>
        </p:txBody>
      </p:sp>
      <p:graphicFrame>
        <p:nvGraphicFramePr>
          <p:cNvPr id="6" name="Minimum_data_summary">
            <a:extLst xmlns:a="http://schemas.openxmlformats.org/drawingml/2006/main">
              <a:ext uri="{FF2B5EF4-FFF2-40B4-BE49-F238E27FC236}">
                <a16:creationId xmlns:a16="http://schemas.microsoft.com/office/drawing/2014/main" id="{C21E1019-CC0D-4283-BBE9-F745C98C3FE5}"/>
              </a:ext>
            </a:extLst>
          </p:cNvPr>
          <p:cNvGraphicFramePr/>
          <p:nvPr/>
        </p:nvGraphicFramePr>
        <p:xfrm>
          <a:off xmlns:a="http://schemas.openxmlformats.org/drawingml/2006/main" x="533400" y="1514475"/>
          <a:ext xmlns:a="http://schemas.openxmlformats.org/drawingml/2006/main" cx="8077200" cy="3133725"/>
        </p:xfrm>
        <a:graphic xmlns:a="http://schemas.openxmlformats.org/drawingml/2006/main">
          <a:graphicData uri="http://schemas.openxmlformats.org/drawingml/2006/table">
            <a:tbl>
              <a:tblPr/>
              <a:tblGrid>
                <a:gridCol w="1504950"/>
                <a:gridCol w="2190750"/>
                <a:gridCol w="2190750"/>
                <a:gridCol w="2190750"/>
              </a:tblGrid>
              <a:tr h="447675">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47675">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1,2542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1,1629</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1,6786</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2,0028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2,3376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3,0018</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2,1544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2,5234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4,2001</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min-result">
            <a:extLst xmlns:a="http://schemas.openxmlformats.org/drawingml/2006/main">
              <a:ext uri="{FF2B5EF4-FFF2-40B4-BE49-F238E27FC236}">
                <a16:creationId xmlns:a16="http://schemas.microsoft.com/office/drawing/2014/main" id="{37FE429B-2641-4EFE-9E44-25E19D58AA16}"/>
              </a:ext>
            </a:extLst>
          </p:cNvPr>
          <p:cNvSpPr>
            <a:spLocks xmlns:a="http://schemas.openxmlformats.org/drawingml/2006/main" noGrp="1"/>
          </p:cNvSpPr>
          <p:nvPr/>
        </p:nvSpPr>
        <p:spPr>
          <a:xfrm xmlns:a="http://schemas.openxmlformats.org/drawingml/2006/main">
            <a:off x="533400" y="4886325"/>
            <a:ext cx="807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Joint PSO đạt L ≤ 2. Hai bản Full đạt cả sáu mức L.</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yêu cầu. Giá trị in tròn bằng L có thể còn dư rất nhỏ.</a:t>
            </a:r>
          </a:p>
        </p:txBody>
      </p:sp>
      <p:sp>
        <p:nvSpPr>
          <p:cNvPr id="8" name="alpha-caveat">
            <a:extLst xmlns:a="http://schemas.openxmlformats.org/drawingml/2006/main">
              <a:ext uri="{FF2B5EF4-FFF2-40B4-BE49-F238E27FC236}">
                <a16:creationId xmlns:a16="http://schemas.microsoft.com/office/drawing/2014/main" id="{BD7CF56B-BB1A-4D70-99A3-4767B07BC1AD}"/>
              </a:ext>
            </a:extLst>
          </p:cNvPr>
          <p:cNvSpPr>
            <a:spLocks xmlns:a="http://schemas.openxmlformats.org/drawingml/2006/main" noGrp="1"/>
          </p:cNvSpPr>
          <p:nvPr/>
        </p:nvSpPr>
        <p:spPr>
          <a:xfrm xmlns:a="http://schemas.openxmlformats.org/drawingml/2006/main">
            <a:off x="533400" y="555307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C00000"/>
                </a:solidFill>
                <a:latin typeface="Lato"/>
                <a:ea typeface="Lato"/>
                <a:cs typeface="Lato"/>
              </a:defRPr>
            </a:defPPr>
            <a:lvl1pPr algn="l">
              <a:defRPr sz="1500" b="1">
                <a:solidFill>
                  <a:srgbClr val="C00000"/>
                </a:solidFill>
                <a:latin typeface="Lato"/>
                <a:ea typeface="Lato"/>
                <a:cs typeface="Lato"/>
              </a:defRPr>
            </a:lvl1pPr>
            <a:lvl2pPr algn="l">
              <a:defRPr sz="1500" b="1">
                <a:solidFill>
                  <a:srgbClr val="C00000"/>
                </a:solidFill>
                <a:latin typeface="Lato"/>
                <a:ea typeface="Lato"/>
                <a:cs typeface="Lato"/>
              </a:defRPr>
            </a:lvl2pPr>
            <a:lvl3pPr algn="l">
              <a:defRPr sz="1500" b="1">
                <a:solidFill>
                  <a:srgbClr val="C00000"/>
                </a:solidFill>
                <a:latin typeface="Lato"/>
                <a:ea typeface="Lato"/>
                <a:cs typeface="Lato"/>
              </a:defRPr>
            </a:lvl3pPr>
            <a:lvl4pPr algn="l">
              <a:defRPr sz="1500" b="1">
                <a:solidFill>
                  <a:srgbClr val="C00000"/>
                </a:solidFill>
                <a:latin typeface="Lato"/>
                <a:ea typeface="Lato"/>
                <a:cs typeface="Lato"/>
              </a:defRPr>
            </a:lvl4pPr>
            <a:lvl5pPr algn="l">
              <a:defRPr sz="1500" b="1">
                <a:solidFill>
                  <a:srgbClr val="C00000"/>
                </a:solidFill>
                <a:latin typeface="Lato"/>
                <a:ea typeface="Lato"/>
                <a:cs typeface="Lato"/>
              </a:defRPr>
            </a:lvl5pPr>
            <a:lvl6pPr algn="l">
              <a:defRPr sz="1500" b="1">
                <a:solidFill>
                  <a:srgbClr val="C00000"/>
                </a:solidFill>
                <a:latin typeface="Lato"/>
                <a:ea typeface="Lato"/>
                <a:cs typeface="Lato"/>
              </a:defRPr>
            </a:lvl6pPr>
            <a:lvl7pPr algn="l">
              <a:defRPr sz="1500" b="1">
                <a:solidFill>
                  <a:srgbClr val="C00000"/>
                </a:solidFill>
                <a:latin typeface="Lato"/>
                <a:ea typeface="Lato"/>
                <a:cs typeface="Lato"/>
              </a:defRPr>
            </a:lvl7pPr>
            <a:lvl8pPr algn="l">
              <a:defRPr sz="1500" b="1">
                <a:solidFill>
                  <a:srgbClr val="C00000"/>
                </a:solidFill>
                <a:latin typeface="Lato"/>
                <a:ea typeface="Lato"/>
                <a:cs typeface="Lato"/>
              </a:defRPr>
            </a:lvl8pPr>
            <a:lvl9pPr algn="l">
              <a:defRPr sz="1500" b="1">
                <a:solidFill>
                  <a:srgbClr val="C00000"/>
                </a:solidFill>
                <a:latin typeface="Lato"/>
                <a:ea typeface="Lato"/>
                <a:cs typeface="Lato"/>
              </a:defRPr>
            </a:lvl9pPr>
          </a:lstStyle>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Ghi chú α: ảnh L = 0 cho thấy Joint PSO còn lệch 0,2.</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Các log L &gt; 0 không lưu trace α, nên chưa xác nhận được</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mức L nào làm α không hội tụ về 0,2.</a:t>
            </a:r>
          </a:p>
        </p:txBody>
      </p:sp>
    </p:spTree>
    <p:extLst>
      <p:ext uri="{BB962C8B-B14F-4D97-AF65-F5344CB8AC3E}">
        <p14:creationId xmlns:p14="http://schemas.microsoft.com/office/powerpoint/2010/main" val="292364014"/>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2026-10-21T18:34:58.0530000Z</dcterms:created>
  <dcterms:modified xsi:type="dcterms:W3CDTF">2026-10-21T18:34:58.0530000Z</dcterms:modified>
</coreProperties>
</file>